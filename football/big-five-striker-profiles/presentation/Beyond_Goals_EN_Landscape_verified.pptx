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9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0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b2032d5b7c48ba" /><Relationship Type="http://schemas.openxmlformats.org/officeDocument/2006/relationships/extended-properties" Target="/docProps/app.xml" Id="Rf7a6aab80baa4266" /><Relationship Type="http://schemas.openxmlformats.org/officeDocument/2006/relationships/officeDocument" Target="/ppt/presentation.xml" Id="R05daea9d912e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fd3111fed4c2b"/>
  </p:sldMasterIdLst>
  <p:notesMasterIdLst>
    <p:notesMasterId xmlns:r="http://schemas.openxmlformats.org/officeDocument/2006/relationships" r:id="Rdab6fdd4490542dc"/>
  </p:notesMasterIdLst>
  <p:sldIdLst>
    <p:sldId xmlns:r="http://schemas.openxmlformats.org/officeDocument/2006/relationships" id="256" r:id="R52e3dad832ed4dee"/>
    <p:sldId xmlns:r="http://schemas.openxmlformats.org/officeDocument/2006/relationships" id="257" r:id="Rd9f1c67b85824ed8"/>
    <p:sldId xmlns:r="http://schemas.openxmlformats.org/officeDocument/2006/relationships" id="258" r:id="R768673bf08e04359"/>
    <p:sldId xmlns:r="http://schemas.openxmlformats.org/officeDocument/2006/relationships" id="259" r:id="Rc15ad9d66b85424a"/>
    <p:sldId xmlns:r="http://schemas.openxmlformats.org/officeDocument/2006/relationships" id="260" r:id="R1103e3c411284f51"/>
    <p:sldId xmlns:r="http://schemas.openxmlformats.org/officeDocument/2006/relationships" id="261" r:id="R6583599da4514f42"/>
    <p:sldId xmlns:r="http://schemas.openxmlformats.org/officeDocument/2006/relationships" id="262" r:id="Rabf36062820842db"/>
    <p:sldId xmlns:r="http://schemas.openxmlformats.org/officeDocument/2006/relationships" id="263" r:id="R9b73bdc5ea9547cd"/>
    <p:sldId xmlns:r="http://schemas.openxmlformats.org/officeDocument/2006/relationships" id="264" r:id="Rc569f622b24542e3"/>
    <p:sldId xmlns:r="http://schemas.openxmlformats.org/officeDocument/2006/relationships" id="265" r:id="R380e83f048614219"/>
    <p:sldId xmlns:r="http://schemas.openxmlformats.org/officeDocument/2006/relationships" id="266" r:id="R86a6ff6667e149c2"/>
    <p:sldId xmlns:r="http://schemas.openxmlformats.org/officeDocument/2006/relationships" id="267" r:id="Re27cc19c23c04516"/>
    <p:sldId xmlns:r="http://schemas.openxmlformats.org/officeDocument/2006/relationships" id="268" r:id="Rf8fd7c6606934ab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f915ff4ba14f37" /><Relationship Type="http://schemas.openxmlformats.org/officeDocument/2006/relationships/slideMaster" Target="/ppt/slideMasters/slideMaster1.xml" Id="R811fd3111fed4c2b" /><Relationship Type="http://schemas.openxmlformats.org/officeDocument/2006/relationships/notesMaster" Target="/ppt/notesMasters/notesMaster1.xml" Id="Rdab6fdd4490542dc" /><Relationship Type="http://schemas.openxmlformats.org/officeDocument/2006/relationships/presProps" Target="/ppt/presProps.xml" Id="R8f0864aadbf64f52" /><Relationship Type="http://schemas.openxmlformats.org/officeDocument/2006/relationships/tableStyles" Target="/ppt/tableStyles.xml" Id="R1754a993372c42b3" /><Relationship Type="http://schemas.openxmlformats.org/officeDocument/2006/relationships/slide" Target="/ppt/slides/slide1.xml" Id="R52e3dad832ed4dee" /><Relationship Type="http://schemas.openxmlformats.org/officeDocument/2006/relationships/slide" Target="/ppt/slides/slide2.xml" Id="Rd9f1c67b85824ed8" /><Relationship Type="http://schemas.openxmlformats.org/officeDocument/2006/relationships/slide" Target="/ppt/slides/slide3.xml" Id="R768673bf08e04359" /><Relationship Type="http://schemas.openxmlformats.org/officeDocument/2006/relationships/slide" Target="/ppt/slides/slide4.xml" Id="Rc15ad9d66b85424a" /><Relationship Type="http://schemas.openxmlformats.org/officeDocument/2006/relationships/slide" Target="/ppt/slides/slide5.xml" Id="R1103e3c411284f51" /><Relationship Type="http://schemas.openxmlformats.org/officeDocument/2006/relationships/slide" Target="/ppt/slides/slide6.xml" Id="R6583599da4514f42" /><Relationship Type="http://schemas.openxmlformats.org/officeDocument/2006/relationships/slide" Target="/ppt/slides/slide7.xml" Id="Rabf36062820842db" /><Relationship Type="http://schemas.openxmlformats.org/officeDocument/2006/relationships/slide" Target="/ppt/slides/slide8.xml" Id="R9b73bdc5ea9547cd" /><Relationship Type="http://schemas.openxmlformats.org/officeDocument/2006/relationships/slide" Target="/ppt/slides/slide9.xml" Id="Rc569f622b24542e3" /><Relationship Type="http://schemas.openxmlformats.org/officeDocument/2006/relationships/slide" Target="/ppt/slides/slide10.xml" Id="R380e83f048614219" /><Relationship Type="http://schemas.openxmlformats.org/officeDocument/2006/relationships/slide" Target="/ppt/slides/slide11.xml" Id="R86a6ff6667e149c2" /><Relationship Type="http://schemas.openxmlformats.org/officeDocument/2006/relationships/slide" Target="/ppt/slides/slide12.xml" Id="Re27cc19c23c04516" /><Relationship Type="http://schemas.openxmlformats.org/officeDocument/2006/relationships/slide" Target="/ppt/slides/slide13.xml" Id="Rf8fd7c6606934a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2f69a0afb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409d2b80df4750" /><Relationship Type="http://schemas.openxmlformats.org/officeDocument/2006/relationships/notesMaster" Target="/ppt/notesMasters/notesMaster1.xml" Id="Rdff3ffef407a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3dcce7b7b54a0a" /><Relationship Type="http://schemas.openxmlformats.org/officeDocument/2006/relationships/notesMaster" Target="/ppt/notesMasters/notesMaster1.xml" Id="R06e34cbb7cbf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11b2e76d4b4dee" /><Relationship Type="http://schemas.openxmlformats.org/officeDocument/2006/relationships/notesMaster" Target="/ppt/notesMasters/notesMaster1.xml" Id="R065150e1e6de44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cbaee252c4c8e" /><Relationship Type="http://schemas.openxmlformats.org/officeDocument/2006/relationships/notesMaster" Target="/ppt/notesMasters/notesMaster1.xml" Id="R88f58232b6ea44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8a3af9202a4bf9" /><Relationship Type="http://schemas.openxmlformats.org/officeDocument/2006/relationships/notesMaster" Target="/ppt/notesMasters/notesMaster1.xml" Id="Rcc67002671dd4e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20339100914088" /><Relationship Type="http://schemas.openxmlformats.org/officeDocument/2006/relationships/notesMaster" Target="/ppt/notesMasters/notesMaster1.xml" Id="R520b0958781a43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dc7fa4e354f71" /><Relationship Type="http://schemas.openxmlformats.org/officeDocument/2006/relationships/notesMaster" Target="/ppt/notesMasters/notesMaster1.xml" Id="Rc76bd55ce3dd4f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5d719c2eb84291" /><Relationship Type="http://schemas.openxmlformats.org/officeDocument/2006/relationships/notesMaster" Target="/ppt/notesMasters/notesMaster1.xml" Id="Rac26b97e231b45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7abcef4bfc410a" /><Relationship Type="http://schemas.openxmlformats.org/officeDocument/2006/relationships/notesMaster" Target="/ppt/notesMasters/notesMaster1.xml" Id="R34d5504967d644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313753d5274221" /><Relationship Type="http://schemas.openxmlformats.org/officeDocument/2006/relationships/notesMaster" Target="/ppt/notesMasters/notesMaster1.xml" Id="R3517a3a32a3d47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064173b07e4d0a" /><Relationship Type="http://schemas.openxmlformats.org/officeDocument/2006/relationships/notesMaster" Target="/ppt/notesMasters/notesMaster1.xml" Id="R4274303b0a3245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1979ddd9824de9" /><Relationship Type="http://schemas.openxmlformats.org/officeDocument/2006/relationships/notesMaster" Target="/ppt/notesMasters/notesMaster1.xml" Id="Rb6b0e2daa75642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387865b5c7425a" /><Relationship Type="http://schemas.openxmlformats.org/officeDocument/2006/relationships/notesMaster" Target="/ppt/notesMasters/notesMaster1.xml" Id="Rbd77052de5c9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Selection: maximum existing npxg_per90 per league within validated cohort. Ties: more minutes, then player_id. NP xG/90 = NP shots/90 × NP xG/shot. This differs from the pooled Q75 rule used for the seven global standouts.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Representatives chosen closest to quadrant medians after scaling by cohort standard deviations. Not a ranking. Quadrant thresholds are cohort medians; equals median is classified high.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Leaders are selected from all_players_league_season.csv (2,775 rows), not restricted 181-player cohort. No ties in this snapshot. All five pass detailed checks. Penalty goals = goals - non_penalty_goals. Total goals: Haaland 27, Mbappé 25, Kane 36, Martínez 17, Lepaul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Illustrative representatives are distinct from league leading scorers. All their eligible events have X&gt;=0.5. Normalized source X is shown from 0.5 to 1; Y 0 to 1. Each marker is a shot, orange marks are goals. Coordinates are preserved. No pitch-distance or off-ball movement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Understat 2025/26 snapshot saved 2026-10-03. https://github.com/madferit94/all-sports-analytics/tree/main/football/big-five-striker-profiles . Main cohort: 181 validated player-league-season rows, recorded central-forward candidates with &gt;=900 minutes and &gt;=1 non-penalty shot. Shot metrics cover all positions played. Penalty attempts and OwnGoal excluded; non-penalty set pieces included. No team, opponent, game-state or league-strength adjustment. Charts summarize supplied saved data, not live official verification.</a:t>
            </a:r>
          </a:p>
          <a:p xmlns:a="http://schemas.openxmlformats.org/drawingml/2006/main">
            <a:r>
              <a:t>Computed leader observations: [{"name":"Erling Haaland","shots_per90":3.6555891238670695,"xg_per_shot":0.2128153781614397,"gap":-1.7506607575342097},{"name":"Kylian Mbappé","shots_per90":4.7007243614182235,"xg_per_shot":0.1394673705536083,"gap":-2.107029765844345},{"name":"Harry Kane","shots_per90":4.0754716981132075,"xg_per_shot":0.1967077960725873,"gap":4.755558024160564},{"name":"Lautaro Martínez","shots_per90":3.7551020408163263,"xg_per_shot":0.1862916289828717,"gap":-0.1388298664242029},{"name":"Esteban Lepaul","shots_per90":2.7055414704817093,"xg_per_shot":0.1529454839673925,"gap":5.305524830706418}]</a:t>
            </a:r>
          </a:p>
          <a:p xmlns:a="http://schemas.openxmlformats.org/drawingml/2006/main">
            <a:r>
              <a:t>AI assisted implementation and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c12e55c004c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c3dfa4e302470e" /><Relationship Type="http://schemas.openxmlformats.org/officeDocument/2006/relationships/slideLayout" Target="/ppt/slideLayouts/slideLayout1.xml" Id="R8d077f4ad28b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077f4ad28b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b697e83f94c13" /><Relationship Type="http://schemas.openxmlformats.org/officeDocument/2006/relationships/chart" Target="/ppt/slides/charts/chart1.xml" Id="R01f658d1d6274665" /><Relationship Type="http://schemas.openxmlformats.org/officeDocument/2006/relationships/notesSlide" Target="/ppt/notesSlides/notesSlide1.xml" Id="R2111c8810789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b556e74694749" /><Relationship Type="http://schemas.openxmlformats.org/officeDocument/2006/relationships/chart" Target="/ppt/slides/charts/chart2.xml" Id="R695002bfd42b4b46" /><Relationship Type="http://schemas.openxmlformats.org/officeDocument/2006/relationships/notesSlide" Target="/ppt/notesSlides/notesSlide2.xml" Id="Ra787a59eb87a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4dbb787544389" /><Relationship Type="http://schemas.openxmlformats.org/officeDocument/2006/relationships/chart" Target="/ppt/slides/charts/chart3.xml" Id="R172b006ad45f42bd" /><Relationship Type="http://schemas.openxmlformats.org/officeDocument/2006/relationships/notesSlide" Target="/ppt/notesSlides/notesSlide3.xml" Id="R35ef1c7058f944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abc7341524253" /><Relationship Type="http://schemas.openxmlformats.org/officeDocument/2006/relationships/chart" Target="/ppt/slides/charts/chart4.xml" Id="Ra7baa93e9bec428f" /><Relationship Type="http://schemas.openxmlformats.org/officeDocument/2006/relationships/notesSlide" Target="/ppt/notesSlides/notesSlide4.xml" Id="R3057bc34120d41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3d38397c84a46" /><Relationship Type="http://schemas.openxmlformats.org/officeDocument/2006/relationships/chart" Target="/ppt/slides/charts/chart5.xml" Id="R44f332816b3247f2" /><Relationship Type="http://schemas.openxmlformats.org/officeDocument/2006/relationships/notesSlide" Target="/ppt/notesSlides/notesSlide5.xml" Id="Rf3281985edee41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791810f4348d3" /><Relationship Type="http://schemas.openxmlformats.org/officeDocument/2006/relationships/chart" Target="/ppt/slides/charts/chart6.xml" Id="R8ed8b880bc0b487b" /><Relationship Type="http://schemas.openxmlformats.org/officeDocument/2006/relationships/notesSlide" Target="/ppt/notesSlides/notesSlide6.xml" Id="R06d372064b1b40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4e86079a6438e" /><Relationship Type="http://schemas.openxmlformats.org/officeDocument/2006/relationships/chart" Target="/ppt/slides/charts/chart7.xml" Id="R33139967724549e0" /><Relationship Type="http://schemas.openxmlformats.org/officeDocument/2006/relationships/chart" Target="/ppt/slides/charts/chart8.xml" Id="R97cea12e5107474d" /><Relationship Type="http://schemas.openxmlformats.org/officeDocument/2006/relationships/notesSlide" Target="/ppt/notesSlides/notesSlide7.xml" Id="R9a5d5cb4c7924f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d3a79b4294fdd" /><Relationship Type="http://schemas.openxmlformats.org/officeDocument/2006/relationships/chart" Target="/ppt/slides/charts/chart9.xml" Id="Raf410f4d26914fb0" /><Relationship Type="http://schemas.openxmlformats.org/officeDocument/2006/relationships/notesSlide" Target="/ppt/notesSlides/notesSlide8.xml" Id="R3cf33792f6274f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c2e50a3904f8a" /><Relationship Type="http://schemas.openxmlformats.org/officeDocument/2006/relationships/chart" Target="/ppt/slides/charts/chart10.xml" Id="R09dfe7b9d22d41c6" /><Relationship Type="http://schemas.openxmlformats.org/officeDocument/2006/relationships/notesSlide" Target="/ppt/notesSlides/notesSlide9.xml" Id="R78bc76336f7f46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ecf0d98a44441" /><Relationship Type="http://schemas.openxmlformats.org/officeDocument/2006/relationships/chart" Target="/ppt/slides/charts/chart11.xml" Id="R91c734733d14453e" /><Relationship Type="http://schemas.openxmlformats.org/officeDocument/2006/relationships/chart" Target="/ppt/slides/charts/chart12.xml" Id="R835fcba8006a4680" /><Relationship Type="http://schemas.openxmlformats.org/officeDocument/2006/relationships/chart" Target="/ppt/slides/charts/chart13.xml" Id="R6f6ec4e8f0c0490a" /><Relationship Type="http://schemas.openxmlformats.org/officeDocument/2006/relationships/chart" Target="/ppt/slides/charts/chart14.xml" Id="R0afa10042ac54d83" /><Relationship Type="http://schemas.openxmlformats.org/officeDocument/2006/relationships/notesSlide" Target="/ppt/notesSlides/notesSlide10.xml" Id="Rd745b041c5ac46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e9ee48abd4977" /><Relationship Type="http://schemas.openxmlformats.org/officeDocument/2006/relationships/chart" Target="/ppt/slides/charts/chart15.xml" Id="R6b6dd42325914d39" /><Relationship Type="http://schemas.openxmlformats.org/officeDocument/2006/relationships/notesSlide" Target="/ppt/notesSlides/notesSlide11.xml" Id="R842bb14e764640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73c8f98f4f97" /><Relationship Type="http://schemas.openxmlformats.org/officeDocument/2006/relationships/chart" Target="/ppt/slides/charts/chart16.xml" Id="R8c744a53bd3642c6" /><Relationship Type="http://schemas.openxmlformats.org/officeDocument/2006/relationships/notesSlide" Target="/ppt/notesSlides/notesSlide12.xml" Id="R916d09a50e1c44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c92336c9c480c" /><Relationship Type="http://schemas.openxmlformats.org/officeDocument/2006/relationships/notesSlide" Target="/ppt/notesSlides/notesSlide13.xml" Id="R014070fa2546484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Premier League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Data'!$A$2:$A$34</c:f>
              <c:numCache>
                <c:formatCode>General</c:formatCode>
                <c:ptCount val="33"/>
                <c:pt idx="0">
                  <c:v>2.05042527339</c:v>
                </c:pt>
                <c:pt idx="1">
                  <c:v>3.65558912387</c:v>
                </c:pt>
                <c:pt idx="2">
                  <c:v>2.56877579092</c:v>
                </c:pt>
                <c:pt idx="3">
                  <c:v>2.30604982206</c:v>
                </c:pt>
                <c:pt idx="4">
                  <c:v>2.24011713031</c:v>
                </c:pt>
                <c:pt idx="5">
                  <c:v>2.43513713862</c:v>
                </c:pt>
                <c:pt idx="6">
                  <c:v>2.61034047919</c:v>
                </c:pt>
                <c:pt idx="7">
                  <c:v>1.6064598385</c:v>
                </c:pt>
                <c:pt idx="8">
                  <c:v>2.08661417323</c:v>
                </c:pt>
                <c:pt idx="9">
                  <c:v>2.07538802661</c:v>
                </c:pt>
                <c:pt idx="10">
                  <c:v>2.38651685393</c:v>
                </c:pt>
                <c:pt idx="11">
                  <c:v>2.80361173815</c:v>
                </c:pt>
                <c:pt idx="12">
                  <c:v>1.42857142857</c:v>
                </c:pt>
                <c:pt idx="13">
                  <c:v>1.66752444673</c:v>
                </c:pt>
                <c:pt idx="14">
                  <c:v>2.85046728972</c:v>
                </c:pt>
                <c:pt idx="15">
                  <c:v>1.78032274857</c:v>
                </c:pt>
                <c:pt idx="16">
                  <c:v>3.18801089918</c:v>
                </c:pt>
                <c:pt idx="17">
                  <c:v>2.5069637883</c:v>
                </c:pt>
                <c:pt idx="18">
                  <c:v>3.35574572127</c:v>
                </c:pt>
                <c:pt idx="19">
                  <c:v>2.49355670103</c:v>
                </c:pt>
                <c:pt idx="20">
                  <c:v>1.1027910143</c:v>
                </c:pt>
                <c:pt idx="21">
                  <c:v>3.14685314685</c:v>
                </c:pt>
                <c:pt idx="22">
                  <c:v>1.30909090909</c:v>
                </c:pt>
                <c:pt idx="23">
                  <c:v>2.98452468681</c:v>
                </c:pt>
                <c:pt idx="24">
                  <c:v>2.78275020342</c:v>
                </c:pt>
                <c:pt idx="25">
                  <c:v>1.30769230769</c:v>
                </c:pt>
                <c:pt idx="26">
                  <c:v>3.3887915937</c:v>
                </c:pt>
                <c:pt idx="27">
                  <c:v>2.25836431227</c:v>
                </c:pt>
                <c:pt idx="28">
                  <c:v>3.04511278195</c:v>
                </c:pt>
                <c:pt idx="29">
                  <c:v>1.97604790419</c:v>
                </c:pt>
                <c:pt idx="30">
                  <c:v>2.87712287712</c:v>
                </c:pt>
                <c:pt idx="31">
                  <c:v>1.82002022245</c:v>
                </c:pt>
                <c:pt idx="32">
                  <c:v>2.26725082147</c:v>
                </c:pt>
              </c:numCache>
            </c:numRef>
          </c:xVal>
          <c:yVal>
            <c:numRef>
              <c:f>'Chart Data'!$B$2:$B$34</c:f>
              <c:numCache>
                <c:formatCode>0.00</c:formatCode>
                <c:ptCount val="33"/>
                <c:pt idx="0">
                  <c:v>0.237856711311</c:v>
                </c:pt>
                <c:pt idx="1">
                  <c:v>0.212815378161</c:v>
                </c:pt>
                <c:pt idx="2">
                  <c:v>0.226840066701</c:v>
                </c:pt>
                <c:pt idx="3">
                  <c:v>0.164306720628</c:v>
                </c:pt>
                <c:pt idx="4">
                  <c:v>0.21861045824</c:v>
                </c:pt>
                <c:pt idx="5">
                  <c:v>0.215393723001</c:v>
                </c:pt>
                <c:pt idx="6">
                  <c:v>0.0933030613604</c:v>
                </c:pt>
                <c:pt idx="7">
                  <c:v>0.118854027885</c:v>
                </c:pt>
                <c:pt idx="8">
                  <c:v>0.196894215262</c:v>
                </c:pt>
                <c:pt idx="9">
                  <c:v>0.222844694168</c:v>
                </c:pt>
                <c:pt idx="10">
                  <c:v>0.219199189474</c:v>
                </c:pt>
                <c:pt idx="11">
                  <c:v>0.13002770166</c:v>
                </c:pt>
                <c:pt idx="12">
                  <c:v>0.241963489041</c:v>
                </c:pt>
                <c:pt idx="13">
                  <c:v>0.19755237371</c:v>
                </c:pt>
                <c:pt idx="14">
                  <c:v>0.161742239824</c:v>
                </c:pt>
                <c:pt idx="15">
                  <c:v>0.240771763076</c:v>
                </c:pt>
                <c:pt idx="16">
                  <c:v>0.183572123357</c:v>
                </c:pt>
                <c:pt idx="17">
                  <c:v>0.160649142377</c:v>
                </c:pt>
                <c:pt idx="18">
                  <c:v>0.204985703922</c:v>
                </c:pt>
                <c:pt idx="19">
                  <c:v>0.254597083189</c:v>
                </c:pt>
                <c:pt idx="20">
                  <c:v>0.105587425124</c:v>
                </c:pt>
                <c:pt idx="21">
                  <c:v>0.142396935448</c:v>
                </c:pt>
                <c:pt idx="22">
                  <c:v>0.179609229229</c:v>
                </c:pt>
                <c:pt idx="23">
                  <c:v>0.148119786154</c:v>
                </c:pt>
                <c:pt idx="24">
                  <c:v>0.200070031183</c:v>
                </c:pt>
                <c:pt idx="25">
                  <c:v>0.120435851023</c:v>
                </c:pt>
                <c:pt idx="26">
                  <c:v>0.130684055063</c:v>
                </c:pt>
                <c:pt idx="27">
                  <c:v>0.21691819101</c:v>
                </c:pt>
                <c:pt idx="28">
                  <c:v>0.139724985386</c:v>
                </c:pt>
                <c:pt idx="29">
                  <c:v>0.237174712121</c:v>
                </c:pt>
                <c:pt idx="30">
                  <c:v>0.142040368519</c:v>
                </c:pt>
                <c:pt idx="31">
                  <c:v>0.179318204988</c:v>
                </c:pt>
                <c:pt idx="32">
                  <c:v>0.146310954638</c:v>
                </c:pt>
              </c:numCache>
            </c:numRef>
          </c:yVal>
        </c:ser>
        <c:ser>
          <c:idx val="1"/>
          <c:order val="1"/>
          <c:tx>
            <c:v>La Liga</c:v>
          </c:tx>
          <c:spPr>
            <a:solidFill>
              <a:srgbClr val="D99600"/>
            </a:solidFill>
            <a:ln w="0">
              <a:noFill/>
            </a:ln>
          </c:spPr>
          <c:marker>
            <c:symbol val="square"/>
            <c:size val="7"/>
            <c:spPr>
              <a:solidFill>
                <a:srgbClr val="D99600"/>
              </a:solidFill>
              <a:ln w="0">
                <a:noFill/>
              </a:ln>
            </c:spPr>
          </c:marker>
          <c:xVal>
            <c:numRef>
              <c:f>'Chart Data'!$C$2:$C$39</c:f>
              <c:numCache>
                <c:formatCode>General</c:formatCode>
                <c:ptCount val="38"/>
                <c:pt idx="0">
                  <c:v>3.05714285714</c:v>
                </c:pt>
                <c:pt idx="1">
                  <c:v>2.85475792988</c:v>
                </c:pt>
                <c:pt idx="2">
                  <c:v>3.01090909091</c:v>
                </c:pt>
                <c:pt idx="3">
                  <c:v>2.37623762376</c:v>
                </c:pt>
                <c:pt idx="4">
                  <c:v>4.70072436142</c:v>
                </c:pt>
                <c:pt idx="5">
                  <c:v>3.01944338544</c:v>
                </c:pt>
                <c:pt idx="6">
                  <c:v>3.11120366514</c:v>
                </c:pt>
                <c:pt idx="7">
                  <c:v>2.18592964824</c:v>
                </c:pt>
                <c:pt idx="8">
                  <c:v>2.23172295853</c:v>
                </c:pt>
                <c:pt idx="9">
                  <c:v>3.02864938608</c:v>
                </c:pt>
                <c:pt idx="10">
                  <c:v>2.548828125</c:v>
                </c:pt>
                <c:pt idx="11">
                  <c:v>3.06666666667</c:v>
                </c:pt>
                <c:pt idx="12">
                  <c:v>1.07838242636</c:v>
                </c:pt>
                <c:pt idx="13">
                  <c:v>1.54623547246</c:v>
                </c:pt>
                <c:pt idx="14">
                  <c:v>2.75510204082</c:v>
                </c:pt>
                <c:pt idx="15">
                  <c:v>3.13043478261</c:v>
                </c:pt>
                <c:pt idx="16">
                  <c:v>2.38317757009</c:v>
                </c:pt>
                <c:pt idx="17">
                  <c:v>1.98633736206</c:v>
                </c:pt>
                <c:pt idx="18">
                  <c:v>2.61571582347</c:v>
                </c:pt>
                <c:pt idx="19">
                  <c:v>3.2878953108</c:v>
                </c:pt>
                <c:pt idx="20">
                  <c:v>1.35652173913</c:v>
                </c:pt>
                <c:pt idx="21">
                  <c:v>3.08146399055</c:v>
                </c:pt>
                <c:pt idx="22">
                  <c:v>2.66143633072</c:v>
                </c:pt>
                <c:pt idx="23">
                  <c:v>3.31288343558</c:v>
                </c:pt>
                <c:pt idx="24">
                  <c:v>1.9577377253</c:v>
                </c:pt>
                <c:pt idx="25">
                  <c:v>2.39043824701</c:v>
                </c:pt>
                <c:pt idx="26">
                  <c:v>2.29496898691</c:v>
                </c:pt>
                <c:pt idx="27">
                  <c:v>2.96218487395</c:v>
                </c:pt>
                <c:pt idx="28">
                  <c:v>2.22222222222</c:v>
                </c:pt>
                <c:pt idx="29">
                  <c:v>2.36842105263</c:v>
                </c:pt>
                <c:pt idx="30">
                  <c:v>3.86295180723</c:v>
                </c:pt>
                <c:pt idx="31">
                  <c:v>1.8262987013</c:v>
                </c:pt>
                <c:pt idx="32">
                  <c:v>2.01252236136</c:v>
                </c:pt>
                <c:pt idx="33">
                  <c:v>1.17537313433</c:v>
                </c:pt>
                <c:pt idx="34">
                  <c:v>1.96394686907</c:v>
                </c:pt>
                <c:pt idx="35">
                  <c:v>2.62645914397</c:v>
                </c:pt>
                <c:pt idx="36">
                  <c:v>3.79049676026</c:v>
                </c:pt>
                <c:pt idx="37">
                  <c:v>2.04767063922</c:v>
                </c:pt>
              </c:numCache>
            </c:numRef>
          </c:xVal>
          <c:yVal>
            <c:numRef>
              <c:f>'Chart Data'!$D$2:$D$39</c:f>
              <c:numCache>
                <c:formatCode>0.00</c:formatCode>
                <c:ptCount val="38"/>
                <c:pt idx="0">
                  <c:v>0.153531231004</c:v>
                </c:pt>
                <c:pt idx="1">
                  <c:v>0.13942678009</c:v>
                </c:pt>
                <c:pt idx="2">
                  <c:v>0.131447761056</c:v>
                </c:pt>
                <c:pt idx="3">
                  <c:v>0.15035304184</c:v>
                </c:pt>
                <c:pt idx="4">
                  <c:v>0.139467370554</c:v>
                </c:pt>
                <c:pt idx="5">
                  <c:v>0.132466733075</c:v>
                </c:pt>
                <c:pt idx="6">
                  <c:v>0.132323257659</c:v>
                </c:pt>
                <c:pt idx="7">
                  <c:v>0.147473614438</c:v>
                </c:pt>
                <c:pt idx="8">
                  <c:v>0.152599002716</c:v>
                </c:pt>
                <c:pt idx="9">
                  <c:v>0.164570610416</c:v>
                </c:pt>
                <c:pt idx="10">
                  <c:v>0.134784636682</c:v>
                </c:pt>
                <c:pt idx="11">
                  <c:v>0.234541621761</c:v>
                </c:pt>
                <c:pt idx="12">
                  <c:v>0.302791649398</c:v>
                </c:pt>
                <c:pt idx="13">
                  <c:v>0.252231531064</c:v>
                </c:pt>
                <c:pt idx="14">
                  <c:v>0.147899584146</c:v>
                </c:pt>
                <c:pt idx="15">
                  <c:v>0.204817774048</c:v>
                </c:pt>
                <c:pt idx="16">
                  <c:v>0.130681722845</c:v>
                </c:pt>
                <c:pt idx="17">
                  <c:v>0.205607844428</c:v>
                </c:pt>
                <c:pt idx="18">
                  <c:v>0.159384763334</c:v>
                </c:pt>
                <c:pt idx="19">
                  <c:v>0.101171479686</c:v>
                </c:pt>
                <c:pt idx="20">
                  <c:v>0.106046089329</c:v>
                </c:pt>
                <c:pt idx="21">
                  <c:v>0.146854377095</c:v>
                </c:pt>
                <c:pt idx="22">
                  <c:v>0.209740193884</c:v>
                </c:pt>
                <c:pt idx="23">
                  <c:v>0.23061619432</c:v>
                </c:pt>
                <c:pt idx="24">
                  <c:v>0.134614325581</c:v>
                </c:pt>
                <c:pt idx="25">
                  <c:v>0.119979527639</c:v>
                </c:pt>
                <c:pt idx="26">
                  <c:v>0.116361984329</c:v>
                </c:pt>
                <c:pt idx="27">
                  <c:v>0.17646605787</c:v>
                </c:pt>
                <c:pt idx="28">
                  <c:v>0.139896082829</c:v>
                </c:pt>
                <c:pt idx="29">
                  <c:v>0.132927869809</c:v>
                </c:pt>
                <c:pt idx="30">
                  <c:v>0.173414572583</c:v>
                </c:pt>
                <c:pt idx="31">
                  <c:v>0.106817622595</c:v>
                </c:pt>
                <c:pt idx="32">
                  <c:v>0.164581975117</c:v>
                </c:pt>
                <c:pt idx="33">
                  <c:v>0.196233998585</c:v>
                </c:pt>
                <c:pt idx="34">
                  <c:v>0.132175258118</c:v>
                </c:pt>
                <c:pt idx="35">
                  <c:v>0.181789335702</c:v>
                </c:pt>
                <c:pt idx="36">
                  <c:v>0.177902656249</c:v>
                </c:pt>
                <c:pt idx="37">
                  <c:v>0.250916822237</c:v>
                </c:pt>
              </c:numCache>
            </c:numRef>
          </c:yVal>
        </c:ser>
        <c:ser>
          <c:idx val="2"/>
          <c:order val="2"/>
          <c:tx>
            <c:v>Bundesliga</c:v>
          </c:tx>
          <c:spPr>
            <a:solidFill>
              <a:srgbClr val="713EB8"/>
            </a:solidFill>
            <a:ln w="0">
              <a:noFill/>
            </a:ln>
          </c:spPr>
          <c:marker>
            <c:symbol val="triangle"/>
            <c:size val="7"/>
            <c:spPr>
              <a:solidFill>
                <a:srgbClr val="713EB8"/>
              </a:solidFill>
              <a:ln w="0">
                <a:noFill/>
              </a:ln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2.70481679704</c:v>
                </c:pt>
                <c:pt idx="1">
                  <c:v>2.37525773196</c:v>
                </c:pt>
                <c:pt idx="2">
                  <c:v>2.41336633663</c:v>
                </c:pt>
                <c:pt idx="3">
                  <c:v>4.07547169811</c:v>
                </c:pt>
                <c:pt idx="4">
                  <c:v>3.08114961961</c:v>
                </c:pt>
                <c:pt idx="5">
                  <c:v>4.89606368863</c:v>
                </c:pt>
                <c:pt idx="6">
                  <c:v>2.48441674087</c:v>
                </c:pt>
                <c:pt idx="7">
                  <c:v>2.81501340483</c:v>
                </c:pt>
                <c:pt idx="8">
                  <c:v>1.4347826087</c:v>
                </c:pt>
                <c:pt idx="9">
                  <c:v>2.33067729084</c:v>
                </c:pt>
                <c:pt idx="10">
                  <c:v>3.00748129676</c:v>
                </c:pt>
                <c:pt idx="11">
                  <c:v>2.72447408928</c:v>
                </c:pt>
                <c:pt idx="12">
                  <c:v>2.48481501933</c:v>
                </c:pt>
                <c:pt idx="13">
                  <c:v>2.69120184014</c:v>
                </c:pt>
                <c:pt idx="14">
                  <c:v>1.65186500888</c:v>
                </c:pt>
                <c:pt idx="15">
                  <c:v>2.39543726236</c:v>
                </c:pt>
                <c:pt idx="16">
                  <c:v>2.87109375</c:v>
                </c:pt>
                <c:pt idx="17">
                  <c:v>2.38885202389</c:v>
                </c:pt>
                <c:pt idx="18">
                  <c:v>3.17647058824</c:v>
                </c:pt>
                <c:pt idx="19">
                  <c:v>1.88679245283</c:v>
                </c:pt>
                <c:pt idx="20">
                  <c:v>2.46484085862</c:v>
                </c:pt>
                <c:pt idx="21">
                  <c:v>1.48760330579</c:v>
                </c:pt>
                <c:pt idx="22">
                  <c:v>3.36311941511</c:v>
                </c:pt>
                <c:pt idx="23">
                  <c:v>2.19512195122</c:v>
                </c:pt>
                <c:pt idx="24">
                  <c:v>1.64835164835</c:v>
                </c:pt>
                <c:pt idx="25">
                  <c:v>2.15105162524</c:v>
                </c:pt>
                <c:pt idx="26">
                  <c:v>3.45105953582</c:v>
                </c:pt>
                <c:pt idx="27">
                  <c:v>2.67692307692</c:v>
                </c:pt>
                <c:pt idx="28">
                  <c:v>2.72138228942</c:v>
                </c:pt>
                <c:pt idx="29">
                  <c:v>2.1926910299</c:v>
                </c:pt>
              </c:numCache>
            </c:numRef>
          </c:xVal>
          <c:yVal>
            <c:numRef>
              <c:f>'Chart Data'!$F$2:$F$31</c:f>
              <c:numCache>
                <c:formatCode>0.00</c:formatCode>
                <c:ptCount val="30"/>
                <c:pt idx="0">
                  <c:v>0.130203097714</c:v>
                </c:pt>
                <c:pt idx="1">
                  <c:v>0.114690831921</c:v>
                </c:pt>
                <c:pt idx="2">
                  <c:v>0.197288920888</c:v>
                </c:pt>
                <c:pt idx="3">
                  <c:v>0.196707796073</c:v>
                </c:pt>
                <c:pt idx="4">
                  <c:v>0.217751256616</c:v>
                </c:pt>
                <c:pt idx="5">
                  <c:v>0.148778623614</c:v>
                </c:pt>
                <c:pt idx="6">
                  <c:v>0.24482037812</c:v>
                </c:pt>
                <c:pt idx="7">
                  <c:v>0.147944971866</c:v>
                </c:pt>
                <c:pt idx="8">
                  <c:v>0.158980093699</c:v>
                </c:pt>
                <c:pt idx="9">
                  <c:v>0.16642880395</c:v>
                </c:pt>
                <c:pt idx="10">
                  <c:v>0.233320067289</c:v>
                </c:pt>
                <c:pt idx="11">
                  <c:v>0.155910570127</c:v>
                </c:pt>
                <c:pt idx="12">
                  <c:v>0.216816046303</c:v>
                </c:pt>
                <c:pt idx="13">
                  <c:v>0.211587222795</c:v>
                </c:pt>
                <c:pt idx="14">
                  <c:v>0.162971165963</c:v>
                </c:pt>
                <c:pt idx="15">
                  <c:v>0.0947543829901</c:v>
                </c:pt>
                <c:pt idx="16">
                  <c:v>0.164622991935</c:v>
                </c:pt>
                <c:pt idx="17">
                  <c:v>0.197665426508</c:v>
                </c:pt>
                <c:pt idx="18">
                  <c:v>0.162577049277</c:v>
                </c:pt>
                <c:pt idx="19">
                  <c:v>0.162664543713</c:v>
                </c:pt>
                <c:pt idx="20">
                  <c:v>0.272591250068</c:v>
                </c:pt>
                <c:pt idx="21">
                  <c:v>0.138500282287</c:v>
                </c:pt>
                <c:pt idx="22">
                  <c:v>0.174921122501</c:v>
                </c:pt>
                <c:pt idx="23">
                  <c:v>0.207856293302</c:v>
                </c:pt>
                <c:pt idx="24">
                  <c:v>0.210029244958</c:v>
                </c:pt>
                <c:pt idx="25">
                  <c:v>0.15267938178</c:v>
                </c:pt>
                <c:pt idx="26">
                  <c:v>0.223473726037</c:v>
                </c:pt>
                <c:pt idx="27">
                  <c:v>0.166207379469</c:v>
                </c:pt>
                <c:pt idx="28">
                  <c:v>0.194916970163</c:v>
                </c:pt>
                <c:pt idx="29">
                  <c:v>0.135413155214</c:v>
                </c:pt>
              </c:numCache>
            </c:numRef>
          </c:yVal>
        </c:ser>
        <c:ser>
          <c:idx val="3"/>
          <c:order val="3"/>
          <c:tx>
            <c:v>Serie A</c:v>
          </c:tx>
          <c:spPr>
            <a:solidFill>
              <a:srgbClr val="778346"/>
            </a:solidFill>
            <a:ln w="0">
              <a:noFill/>
            </a:ln>
          </c:spPr>
          <c:marker>
            <c:symbol val="diamond"/>
            <c:size val="7"/>
            <c:spPr>
              <a:solidFill>
                <a:srgbClr val="778346"/>
              </a:solidFill>
              <a:ln w="0">
                <a:noFill/>
              </a:ln>
            </c:spPr>
          </c:marker>
          <c:xVal>
            <c:numRef>
              <c:f>'Chart Data'!$G$2:$G$51</c:f>
              <c:numCache>
                <c:formatCode>General</c:formatCode>
                <c:ptCount val="50"/>
                <c:pt idx="0">
                  <c:v>2.15139442231</c:v>
                </c:pt>
                <c:pt idx="1">
                  <c:v>1.90732758621</c:v>
                </c:pt>
                <c:pt idx="2">
                  <c:v>1.8320610687</c:v>
                </c:pt>
                <c:pt idx="3">
                  <c:v>2.48275862069</c:v>
                </c:pt>
                <c:pt idx="4">
                  <c:v>2.52042007001</c:v>
                </c:pt>
                <c:pt idx="5">
                  <c:v>2.38135237295</c:v>
                </c:pt>
                <c:pt idx="6">
                  <c:v>2.42730720607</c:v>
                </c:pt>
                <c:pt idx="7">
                  <c:v>1.92636986301</c:v>
                </c:pt>
                <c:pt idx="8">
                  <c:v>2.80762564991</c:v>
                </c:pt>
                <c:pt idx="9">
                  <c:v>2.52742430891</c:v>
                </c:pt>
                <c:pt idx="10">
                  <c:v>3.08842938847</c:v>
                </c:pt>
                <c:pt idx="11">
                  <c:v>2.58620689655</c:v>
                </c:pt>
                <c:pt idx="12">
                  <c:v>3.75510204082</c:v>
                </c:pt>
                <c:pt idx="13">
                  <c:v>1.27358490566</c:v>
                </c:pt>
                <c:pt idx="14">
                  <c:v>1.96581196581</c:v>
                </c:pt>
                <c:pt idx="15">
                  <c:v>3.63503649635</c:v>
                </c:pt>
                <c:pt idx="16">
                  <c:v>4.23114593536</c:v>
                </c:pt>
                <c:pt idx="17">
                  <c:v>3.44542162442</c:v>
                </c:pt>
                <c:pt idx="18">
                  <c:v>2.51184834123</c:v>
                </c:pt>
                <c:pt idx="19">
                  <c:v>2.9295624333</c:v>
                </c:pt>
                <c:pt idx="20">
                  <c:v>2.69087026161</c:v>
                </c:pt>
                <c:pt idx="21">
                  <c:v>2.01793721973</c:v>
                </c:pt>
                <c:pt idx="22">
                  <c:v>5.00280741157</c:v>
                </c:pt>
                <c:pt idx="23">
                  <c:v>1.68126094571</c:v>
                </c:pt>
                <c:pt idx="24">
                  <c:v>2.55898366606</c:v>
                </c:pt>
                <c:pt idx="25">
                  <c:v>2.95905707196</c:v>
                </c:pt>
                <c:pt idx="26">
                  <c:v>3.34201954397</c:v>
                </c:pt>
                <c:pt idx="27">
                  <c:v>2.14002642008</c:v>
                </c:pt>
                <c:pt idx="28">
                  <c:v>3.96264176117</c:v>
                </c:pt>
                <c:pt idx="29">
                  <c:v>1.20481927711</c:v>
                </c:pt>
                <c:pt idx="30">
                  <c:v>1.60833953835</c:v>
                </c:pt>
                <c:pt idx="31">
                  <c:v>3.75569044006</c:v>
                </c:pt>
                <c:pt idx="32">
                  <c:v>2.1377672209</c:v>
                </c:pt>
                <c:pt idx="33">
                  <c:v>0.859188544153</c:v>
                </c:pt>
                <c:pt idx="34">
                  <c:v>2.45251857969</c:v>
                </c:pt>
                <c:pt idx="35">
                  <c:v>2.48952221291</c:v>
                </c:pt>
                <c:pt idx="36">
                  <c:v>2.83018867925</c:v>
                </c:pt>
                <c:pt idx="37">
                  <c:v>1.78057553957</c:v>
                </c:pt>
                <c:pt idx="38">
                  <c:v>2.72977941176</c:v>
                </c:pt>
                <c:pt idx="39">
                  <c:v>1.63479923518</c:v>
                </c:pt>
                <c:pt idx="40">
                  <c:v>2.10526315789</c:v>
                </c:pt>
                <c:pt idx="41">
                  <c:v>2.18844984802</c:v>
                </c:pt>
                <c:pt idx="42">
                  <c:v>1.57245632066</c:v>
                </c:pt>
                <c:pt idx="43">
                  <c:v>4.44444444444</c:v>
                </c:pt>
                <c:pt idx="44">
                  <c:v>2.19279661017</c:v>
                </c:pt>
                <c:pt idx="45">
                  <c:v>1.93548387097</c:v>
                </c:pt>
                <c:pt idx="46">
                  <c:v>1.17263843648</c:v>
                </c:pt>
                <c:pt idx="47">
                  <c:v>2.15921483097</c:v>
                </c:pt>
                <c:pt idx="48">
                  <c:v>2.47797356828</c:v>
                </c:pt>
                <c:pt idx="49">
                  <c:v>2.68508287293</c:v>
                </c:pt>
              </c:numCache>
            </c:numRef>
          </c:xVal>
          <c:yVal>
            <c:numRef>
              <c:f>'Chart Data'!$H$2:$H$51</c:f>
              <c:numCache>
                <c:formatCode>0.00</c:formatCode>
                <c:ptCount val="50"/>
                <c:pt idx="0">
                  <c:v>0.127062636324</c:v>
                </c:pt>
                <c:pt idx="1">
                  <c:v>0.212729601442</c:v>
                </c:pt>
                <c:pt idx="2">
                  <c:v>0.0889842554794</c:v>
                </c:pt>
                <c:pt idx="3">
                  <c:v>0.149630255894</c:v>
                </c:pt>
                <c:pt idx="4">
                  <c:v>0.0936036629589</c:v>
                </c:pt>
                <c:pt idx="5">
                  <c:v>0.131731552456</c:v>
                </c:pt>
                <c:pt idx="6">
                  <c:v>0.123017712132</c:v>
                </c:pt>
                <c:pt idx="7">
                  <c:v>0.0939921304956</c:v>
                </c:pt>
                <c:pt idx="8">
                  <c:v>0.0853321339625</c:v>
                </c:pt>
                <c:pt idx="9">
                  <c:v>0.225147011777</c:v>
                </c:pt>
                <c:pt idx="10">
                  <c:v>0.143355351324</c:v>
                </c:pt>
                <c:pt idx="11">
                  <c:v>0.106295349334</c:v>
                </c:pt>
                <c:pt idx="12">
                  <c:v>0.186291628983</c:v>
                </c:pt>
                <c:pt idx="13">
                  <c:v>0.209398769696</c:v>
                </c:pt>
                <c:pt idx="14">
                  <c:v>0.148803063466</c:v>
                </c:pt>
                <c:pt idx="15">
                  <c:v>0.129158003031</c:v>
                </c:pt>
                <c:pt idx="16">
                  <c:v>0.144340716962</c:v>
                </c:pt>
                <c:pt idx="17">
                  <c:v>0.1607498387</c:v>
                </c:pt>
                <c:pt idx="18">
                  <c:v>0.124709487453</c:v>
                </c:pt>
                <c:pt idx="19">
                  <c:v>0.132446949935</c:v>
                </c:pt>
                <c:pt idx="20">
                  <c:v>0.0762379259935</c:v>
                </c:pt>
                <c:pt idx="21">
                  <c:v>0.267575491453</c:v>
                </c:pt>
                <c:pt idx="22">
                  <c:v>0.15833317781</c:v>
                </c:pt>
                <c:pt idx="23">
                  <c:v>0.147188112562</c:v>
                </c:pt>
                <c:pt idx="24">
                  <c:v>0.145264410354</c:v>
                </c:pt>
                <c:pt idx="25">
                  <c:v>0.165724010295</c:v>
                </c:pt>
                <c:pt idx="26">
                  <c:v>0.173061670147</c:v>
                </c:pt>
                <c:pt idx="27">
                  <c:v>0.139812073877</c:v>
                </c:pt>
                <c:pt idx="28">
                  <c:v>0.184235041566</c:v>
                </c:pt>
                <c:pt idx="29">
                  <c:v>0.26592688486</c:v>
                </c:pt>
                <c:pt idx="30">
                  <c:v>0.255583591449</c:v>
                </c:pt>
                <c:pt idx="31">
                  <c:v>0.133567077836</c:v>
                </c:pt>
                <c:pt idx="32">
                  <c:v>0.152665333403</c:v>
                </c:pt>
                <c:pt idx="33">
                  <c:v>0.224847387522</c:v>
                </c:pt>
                <c:pt idx="34">
                  <c:v>0.124221256807</c:v>
                </c:pt>
                <c:pt idx="35">
                  <c:v>0.138045551382</c:v>
                </c:pt>
                <c:pt idx="36">
                  <c:v>0.123408640442</c:v>
                </c:pt>
                <c:pt idx="37">
                  <c:v>0.208253508772</c:v>
                </c:pt>
                <c:pt idx="38">
                  <c:v>0.110343676004</c:v>
                </c:pt>
                <c:pt idx="39">
                  <c:v>0.0851238504248</c:v>
                </c:pt>
                <c:pt idx="40">
                  <c:v>0.0440104900626</c:v>
                </c:pt>
                <c:pt idx="41">
                  <c:v>0.115106155242</c:v>
                </c:pt>
                <c:pt idx="42">
                  <c:v>0.120818593868</c:v>
                </c:pt>
                <c:pt idx="43">
                  <c:v>0.141173570902</c:v>
                </c:pt>
                <c:pt idx="44">
                  <c:v>0.122308861464</c:v>
                </c:pt>
                <c:pt idx="45">
                  <c:v>0.159390320675</c:v>
                </c:pt>
                <c:pt idx="46">
                  <c:v>0.248328914866</c:v>
                </c:pt>
                <c:pt idx="47">
                  <c:v>0.188607624139</c:v>
                </c:pt>
                <c:pt idx="48">
                  <c:v>0.130856860541</c:v>
                </c:pt>
                <c:pt idx="49">
                  <c:v>0.140350808493</c:v>
                </c:pt>
              </c:numCache>
            </c:numRef>
          </c:yVal>
        </c:ser>
        <c:ser>
          <c:idx val="4"/>
          <c:order val="4"/>
          <c:tx>
            <c:v>Ligue 1</c:v>
          </c:tx>
          <c:spPr>
            <a:solidFill>
              <a:srgbClr val="B7638B"/>
            </a:solidFill>
            <a:ln w="0">
              <a:noFill/>
            </a:ln>
          </c:spPr>
          <c:marker>
            <c:symbol val="plus"/>
            <c:size val="7"/>
            <c:spPr>
              <a:solidFill>
                <a:srgbClr val="B7638B"/>
              </a:solidFill>
              <a:ln w="0">
                <a:noFill/>
              </a:ln>
            </c:spPr>
          </c:marker>
          <c:xVal>
            <c:numRef>
              <c:f>'Chart Data'!$I$2:$I$31</c:f>
              <c:numCache>
                <c:formatCode>General</c:formatCode>
                <c:ptCount val="30"/>
                <c:pt idx="0">
                  <c:v>2.26376614548</c:v>
                </c:pt>
                <c:pt idx="1">
                  <c:v>1.74664784757</c:v>
                </c:pt>
                <c:pt idx="2">
                  <c:v>2.84951974386</c:v>
                </c:pt>
                <c:pt idx="3">
                  <c:v>2.70554147048</c:v>
                </c:pt>
                <c:pt idx="4">
                  <c:v>2.46677740864</c:v>
                </c:pt>
                <c:pt idx="5">
                  <c:v>2.91977202981</c:v>
                </c:pt>
                <c:pt idx="6">
                  <c:v>2.12534059946</c:v>
                </c:pt>
                <c:pt idx="7">
                  <c:v>2.60366441659</c:v>
                </c:pt>
                <c:pt idx="8">
                  <c:v>1.74528301887</c:v>
                </c:pt>
                <c:pt idx="9">
                  <c:v>2.82597126131</c:v>
                </c:pt>
                <c:pt idx="10">
                  <c:v>1.97326203209</c:v>
                </c:pt>
                <c:pt idx="11">
                  <c:v>2.06832298137</c:v>
                </c:pt>
                <c:pt idx="12">
                  <c:v>2.85625388923</c:v>
                </c:pt>
                <c:pt idx="13">
                  <c:v>2.53521126761</c:v>
                </c:pt>
                <c:pt idx="14">
                  <c:v>2.43870967742</c:v>
                </c:pt>
                <c:pt idx="15">
                  <c:v>2.59484066768</c:v>
                </c:pt>
                <c:pt idx="16">
                  <c:v>2.22050886662</c:v>
                </c:pt>
                <c:pt idx="17">
                  <c:v>3.89791183295</c:v>
                </c:pt>
                <c:pt idx="18">
                  <c:v>1.64677804296</c:v>
                </c:pt>
                <c:pt idx="19">
                  <c:v>3.12348668281</c:v>
                </c:pt>
                <c:pt idx="20">
                  <c:v>2.41267262388</c:v>
                </c:pt>
                <c:pt idx="21">
                  <c:v>2.12299915754</c:v>
                </c:pt>
                <c:pt idx="22">
                  <c:v>2.65625</c:v>
                </c:pt>
                <c:pt idx="23">
                  <c:v>2.16266173752</c:v>
                </c:pt>
                <c:pt idx="24">
                  <c:v>1.62702188392</c:v>
                </c:pt>
                <c:pt idx="25">
                  <c:v>3.6</c:v>
                </c:pt>
                <c:pt idx="26">
                  <c:v>2.57650542942</c:v>
                </c:pt>
                <c:pt idx="27">
                  <c:v>1.3361611877</c:v>
                </c:pt>
                <c:pt idx="28">
                  <c:v>2.11312700107</c:v>
                </c:pt>
                <c:pt idx="29">
                  <c:v>2.1199143469</c:v>
                </c:pt>
              </c:numCache>
            </c:numRef>
          </c:xVal>
          <c:yVal>
            <c:numRef>
              <c:f>'Chart Data'!$J$2:$J$31</c:f>
              <c:numCache>
                <c:formatCode>0.00</c:formatCode>
                <c:ptCount val="30"/>
                <c:pt idx="0">
                  <c:v>0.161689572552</c:v>
                </c:pt>
                <c:pt idx="1">
                  <c:v>0.17920711833</c:v>
                </c:pt>
                <c:pt idx="2">
                  <c:v>0.118793710438</c:v>
                </c:pt>
                <c:pt idx="3">
                  <c:v>0.152945483967</c:v>
                </c:pt>
                <c:pt idx="4">
                  <c:v>0.145327961721</c:v>
                </c:pt>
                <c:pt idx="5">
                  <c:v>0.159642470182</c:v>
                </c:pt>
                <c:pt idx="6">
                  <c:v>0.195296546229</c:v>
                </c:pt>
                <c:pt idx="7">
                  <c:v>0.258764583648</c:v>
                </c:pt>
                <c:pt idx="8">
                  <c:v>0.139676780591</c:v>
                </c:pt>
                <c:pt idx="9">
                  <c:v>0.213253797805</c:v>
                </c:pt>
                <c:pt idx="10">
                  <c:v>0.220376892788</c:v>
                </c:pt>
                <c:pt idx="11">
                  <c:v>0.157537389949</c:v>
                </c:pt>
                <c:pt idx="12">
                  <c:v>0.145392873324</c:v>
                </c:pt>
                <c:pt idx="13">
                  <c:v>0.186384805097</c:v>
                </c:pt>
                <c:pt idx="14">
                  <c:v>0.139576961486</c:v>
                </c:pt>
                <c:pt idx="15">
                  <c:v>0.190449199296</c:v>
                </c:pt>
                <c:pt idx="16">
                  <c:v>0.107381521724</c:v>
                </c:pt>
                <c:pt idx="17">
                  <c:v>0.140116511262</c:v>
                </c:pt>
                <c:pt idx="18">
                  <c:v>0.26410164182</c:v>
                </c:pt>
                <c:pt idx="19">
                  <c:v>0.184981148343</c:v>
                </c:pt>
                <c:pt idx="20">
                  <c:v>0.0925535977903</c:v>
                </c:pt>
                <c:pt idx="21">
                  <c:v>0.101013800528</c:v>
                </c:pt>
                <c:pt idx="22">
                  <c:v>0.0887890199528</c:v>
                </c:pt>
                <c:pt idx="23">
                  <c:v>0.136306210672</c:v>
                </c:pt>
                <c:pt idx="24">
                  <c:v>0.168826104583</c:v>
                </c:pt>
                <c:pt idx="25">
                  <c:v>0.102967050592</c:v>
                </c:pt>
                <c:pt idx="26">
                  <c:v>0.175962867151</c:v>
                </c:pt>
                <c:pt idx="27">
                  <c:v>0.246062971652</c:v>
                </c:pt>
                <c:pt idx="28">
                  <c:v>0.157935960726</c:v>
                </c:pt>
                <c:pt idx="29">
                  <c:v>0.124688628638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3"/>
          <c:min val="0"/>
        </c:scaling>
        <c:delete val="0"/>
        <c:axPos val="l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xG / shot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.5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shots / 90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72E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Candidates</c:v>
          </c:tx>
          <c:spPr>
            <a:solidFill>
              <a:srgbClr val="2864A0"/>
            </a:solidFill>
          </c:spPr>
          <c:cat>
            <c:strRef>
              <c:f>'Chart Data'!$A$2:$A$6</c:f>
              <c:strCache>
                <c:ptCount val="5"/>
                <c:pt idx="0">
                  <c:v>Premier League</c:v>
                </c:pt>
                <c:pt idx="1">
                  <c:v>La Liga</c:v>
                </c:pt>
                <c:pt idx="2">
                  <c:v>Bundesliga</c:v>
                </c:pt>
                <c:pt idx="3">
                  <c:v>Serie A</c:v>
                </c:pt>
                <c:pt idx="4">
                  <c:v>Ligue 1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33</c:v>
                </c:pt>
                <c:pt idx="1">
                  <c:v>38</c:v>
                </c:pt>
                <c:pt idx="2">
                  <c:v>30</c:v>
                </c:pt>
                <c:pt idx="3">
                  <c:v>50</c:v>
                </c:pt>
                <c:pt idx="4">
                  <c:v>30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65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Premier League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Data'!$A$2:$A$34</c:f>
              <c:numCache>
                <c:formatCode>General</c:formatCode>
                <c:ptCount val="33"/>
                <c:pt idx="0">
                  <c:v>2.05042527339</c:v>
                </c:pt>
                <c:pt idx="1">
                  <c:v>3.65558912387</c:v>
                </c:pt>
                <c:pt idx="2">
                  <c:v>2.56877579092</c:v>
                </c:pt>
                <c:pt idx="3">
                  <c:v>2.30604982206</c:v>
                </c:pt>
                <c:pt idx="4">
                  <c:v>2.24011713031</c:v>
                </c:pt>
                <c:pt idx="5">
                  <c:v>2.43513713862</c:v>
                </c:pt>
                <c:pt idx="6">
                  <c:v>2.61034047919</c:v>
                </c:pt>
                <c:pt idx="7">
                  <c:v>1.6064598385</c:v>
                </c:pt>
                <c:pt idx="8">
                  <c:v>2.08661417323</c:v>
                </c:pt>
                <c:pt idx="9">
                  <c:v>2.07538802661</c:v>
                </c:pt>
                <c:pt idx="10">
                  <c:v>2.38651685393</c:v>
                </c:pt>
                <c:pt idx="11">
                  <c:v>2.80361173815</c:v>
                </c:pt>
                <c:pt idx="12">
                  <c:v>1.42857142857</c:v>
                </c:pt>
                <c:pt idx="13">
                  <c:v>1.66752444673</c:v>
                </c:pt>
                <c:pt idx="14">
                  <c:v>2.85046728972</c:v>
                </c:pt>
                <c:pt idx="15">
                  <c:v>1.78032274857</c:v>
                </c:pt>
                <c:pt idx="16">
                  <c:v>3.18801089918</c:v>
                </c:pt>
                <c:pt idx="17">
                  <c:v>2.5069637883</c:v>
                </c:pt>
                <c:pt idx="18">
                  <c:v>3.35574572127</c:v>
                </c:pt>
                <c:pt idx="19">
                  <c:v>2.49355670103</c:v>
                </c:pt>
                <c:pt idx="20">
                  <c:v>1.1027910143</c:v>
                </c:pt>
                <c:pt idx="21">
                  <c:v>3.14685314685</c:v>
                </c:pt>
                <c:pt idx="22">
                  <c:v>1.30909090909</c:v>
                </c:pt>
                <c:pt idx="23">
                  <c:v>2.98452468681</c:v>
                </c:pt>
                <c:pt idx="24">
                  <c:v>2.78275020342</c:v>
                </c:pt>
                <c:pt idx="25">
                  <c:v>1.30769230769</c:v>
                </c:pt>
                <c:pt idx="26">
                  <c:v>3.3887915937</c:v>
                </c:pt>
                <c:pt idx="27">
                  <c:v>2.25836431227</c:v>
                </c:pt>
                <c:pt idx="28">
                  <c:v>3.04511278195</c:v>
                </c:pt>
                <c:pt idx="29">
                  <c:v>1.97604790419</c:v>
                </c:pt>
                <c:pt idx="30">
                  <c:v>2.87712287712</c:v>
                </c:pt>
                <c:pt idx="31">
                  <c:v>1.82002022245</c:v>
                </c:pt>
                <c:pt idx="32">
                  <c:v>2.26725082147</c:v>
                </c:pt>
              </c:numCache>
            </c:numRef>
          </c:xVal>
          <c:yVal>
            <c:numRef>
              <c:f>'Chart Data'!$B$2:$B$34</c:f>
              <c:numCache>
                <c:formatCode>0.00</c:formatCode>
                <c:ptCount val="33"/>
                <c:pt idx="0">
                  <c:v>0.237856711311</c:v>
                </c:pt>
                <c:pt idx="1">
                  <c:v>0.212815378161</c:v>
                </c:pt>
                <c:pt idx="2">
                  <c:v>0.226840066701</c:v>
                </c:pt>
                <c:pt idx="3">
                  <c:v>0.164306720628</c:v>
                </c:pt>
                <c:pt idx="4">
                  <c:v>0.21861045824</c:v>
                </c:pt>
                <c:pt idx="5">
                  <c:v>0.215393723001</c:v>
                </c:pt>
                <c:pt idx="6">
                  <c:v>0.0933030613604</c:v>
                </c:pt>
                <c:pt idx="7">
                  <c:v>0.118854027885</c:v>
                </c:pt>
                <c:pt idx="8">
                  <c:v>0.196894215262</c:v>
                </c:pt>
                <c:pt idx="9">
                  <c:v>0.222844694168</c:v>
                </c:pt>
                <c:pt idx="10">
                  <c:v>0.219199189474</c:v>
                </c:pt>
                <c:pt idx="11">
                  <c:v>0.13002770166</c:v>
                </c:pt>
                <c:pt idx="12">
                  <c:v>0.241963489041</c:v>
                </c:pt>
                <c:pt idx="13">
                  <c:v>0.19755237371</c:v>
                </c:pt>
                <c:pt idx="14">
                  <c:v>0.161742239824</c:v>
                </c:pt>
                <c:pt idx="15">
                  <c:v>0.240771763076</c:v>
                </c:pt>
                <c:pt idx="16">
                  <c:v>0.183572123357</c:v>
                </c:pt>
                <c:pt idx="17">
                  <c:v>0.160649142377</c:v>
                </c:pt>
                <c:pt idx="18">
                  <c:v>0.204985703922</c:v>
                </c:pt>
                <c:pt idx="19">
                  <c:v>0.254597083189</c:v>
                </c:pt>
                <c:pt idx="20">
                  <c:v>0.105587425124</c:v>
                </c:pt>
                <c:pt idx="21">
                  <c:v>0.142396935448</c:v>
                </c:pt>
                <c:pt idx="22">
                  <c:v>0.179609229229</c:v>
                </c:pt>
                <c:pt idx="23">
                  <c:v>0.148119786154</c:v>
                </c:pt>
                <c:pt idx="24">
                  <c:v>0.200070031183</c:v>
                </c:pt>
                <c:pt idx="25">
                  <c:v>0.120435851023</c:v>
                </c:pt>
                <c:pt idx="26">
                  <c:v>0.130684055063</c:v>
                </c:pt>
                <c:pt idx="27">
                  <c:v>0.21691819101</c:v>
                </c:pt>
                <c:pt idx="28">
                  <c:v>0.139724985386</c:v>
                </c:pt>
                <c:pt idx="29">
                  <c:v>0.237174712121</c:v>
                </c:pt>
                <c:pt idx="30">
                  <c:v>0.142040368519</c:v>
                </c:pt>
                <c:pt idx="31">
                  <c:v>0.179318204988</c:v>
                </c:pt>
                <c:pt idx="32">
                  <c:v>0.146310954638</c:v>
                </c:pt>
              </c:numCache>
            </c:numRef>
          </c:yVal>
        </c:ser>
        <c:ser>
          <c:idx val="1"/>
          <c:order val="1"/>
          <c:tx>
            <c:v>La Liga</c:v>
          </c:tx>
          <c:spPr>
            <a:solidFill>
              <a:srgbClr val="D99600"/>
            </a:solidFill>
            <a:ln w="0">
              <a:noFill/>
            </a:ln>
          </c:spPr>
          <c:marker>
            <c:symbol val="square"/>
            <c:size val="7"/>
            <c:spPr>
              <a:solidFill>
                <a:srgbClr val="D99600"/>
              </a:solidFill>
              <a:ln w="0">
                <a:noFill/>
              </a:ln>
            </c:spPr>
          </c:marker>
          <c:xVal>
            <c:numRef>
              <c:f>'Chart Data'!$C$2:$C$39</c:f>
              <c:numCache>
                <c:formatCode>General</c:formatCode>
                <c:ptCount val="38"/>
                <c:pt idx="0">
                  <c:v>3.05714285714</c:v>
                </c:pt>
                <c:pt idx="1">
                  <c:v>2.85475792988</c:v>
                </c:pt>
                <c:pt idx="2">
                  <c:v>3.01090909091</c:v>
                </c:pt>
                <c:pt idx="3">
                  <c:v>2.37623762376</c:v>
                </c:pt>
                <c:pt idx="4">
                  <c:v>4.70072436142</c:v>
                </c:pt>
                <c:pt idx="5">
                  <c:v>3.01944338544</c:v>
                </c:pt>
                <c:pt idx="6">
                  <c:v>3.11120366514</c:v>
                </c:pt>
                <c:pt idx="7">
                  <c:v>2.18592964824</c:v>
                </c:pt>
                <c:pt idx="8">
                  <c:v>2.23172295853</c:v>
                </c:pt>
                <c:pt idx="9">
                  <c:v>3.02864938608</c:v>
                </c:pt>
                <c:pt idx="10">
                  <c:v>2.548828125</c:v>
                </c:pt>
                <c:pt idx="11">
                  <c:v>3.06666666667</c:v>
                </c:pt>
                <c:pt idx="12">
                  <c:v>1.07838242636</c:v>
                </c:pt>
                <c:pt idx="13">
                  <c:v>1.54623547246</c:v>
                </c:pt>
                <c:pt idx="14">
                  <c:v>2.75510204082</c:v>
                </c:pt>
                <c:pt idx="15">
                  <c:v>3.13043478261</c:v>
                </c:pt>
                <c:pt idx="16">
                  <c:v>2.38317757009</c:v>
                </c:pt>
                <c:pt idx="17">
                  <c:v>1.98633736206</c:v>
                </c:pt>
                <c:pt idx="18">
                  <c:v>2.61571582347</c:v>
                </c:pt>
                <c:pt idx="19">
                  <c:v>3.2878953108</c:v>
                </c:pt>
                <c:pt idx="20">
                  <c:v>1.35652173913</c:v>
                </c:pt>
                <c:pt idx="21">
                  <c:v>3.08146399055</c:v>
                </c:pt>
                <c:pt idx="22">
                  <c:v>2.66143633072</c:v>
                </c:pt>
                <c:pt idx="23">
                  <c:v>3.31288343558</c:v>
                </c:pt>
                <c:pt idx="24">
                  <c:v>1.9577377253</c:v>
                </c:pt>
                <c:pt idx="25">
                  <c:v>2.39043824701</c:v>
                </c:pt>
                <c:pt idx="26">
                  <c:v>2.29496898691</c:v>
                </c:pt>
                <c:pt idx="27">
                  <c:v>2.96218487395</c:v>
                </c:pt>
                <c:pt idx="28">
                  <c:v>2.22222222222</c:v>
                </c:pt>
                <c:pt idx="29">
                  <c:v>2.36842105263</c:v>
                </c:pt>
                <c:pt idx="30">
                  <c:v>3.86295180723</c:v>
                </c:pt>
                <c:pt idx="31">
                  <c:v>1.8262987013</c:v>
                </c:pt>
                <c:pt idx="32">
                  <c:v>2.01252236136</c:v>
                </c:pt>
                <c:pt idx="33">
                  <c:v>1.17537313433</c:v>
                </c:pt>
                <c:pt idx="34">
                  <c:v>1.96394686907</c:v>
                </c:pt>
                <c:pt idx="35">
                  <c:v>2.62645914397</c:v>
                </c:pt>
                <c:pt idx="36">
                  <c:v>3.79049676026</c:v>
                </c:pt>
                <c:pt idx="37">
                  <c:v>2.04767063922</c:v>
                </c:pt>
              </c:numCache>
            </c:numRef>
          </c:xVal>
          <c:yVal>
            <c:numRef>
              <c:f>'Chart Data'!$D$2:$D$39</c:f>
              <c:numCache>
                <c:formatCode>0.00</c:formatCode>
                <c:ptCount val="38"/>
                <c:pt idx="0">
                  <c:v>0.153531231004</c:v>
                </c:pt>
                <c:pt idx="1">
                  <c:v>0.13942678009</c:v>
                </c:pt>
                <c:pt idx="2">
                  <c:v>0.131447761056</c:v>
                </c:pt>
                <c:pt idx="3">
                  <c:v>0.15035304184</c:v>
                </c:pt>
                <c:pt idx="4">
                  <c:v>0.139467370554</c:v>
                </c:pt>
                <c:pt idx="5">
                  <c:v>0.132466733075</c:v>
                </c:pt>
                <c:pt idx="6">
                  <c:v>0.132323257659</c:v>
                </c:pt>
                <c:pt idx="7">
                  <c:v>0.147473614438</c:v>
                </c:pt>
                <c:pt idx="8">
                  <c:v>0.152599002716</c:v>
                </c:pt>
                <c:pt idx="9">
                  <c:v>0.164570610416</c:v>
                </c:pt>
                <c:pt idx="10">
                  <c:v>0.134784636682</c:v>
                </c:pt>
                <c:pt idx="11">
                  <c:v>0.234541621761</c:v>
                </c:pt>
                <c:pt idx="12">
                  <c:v>0.302791649398</c:v>
                </c:pt>
                <c:pt idx="13">
                  <c:v>0.252231531064</c:v>
                </c:pt>
                <c:pt idx="14">
                  <c:v>0.147899584146</c:v>
                </c:pt>
                <c:pt idx="15">
                  <c:v>0.204817774048</c:v>
                </c:pt>
                <c:pt idx="16">
                  <c:v>0.130681722845</c:v>
                </c:pt>
                <c:pt idx="17">
                  <c:v>0.205607844428</c:v>
                </c:pt>
                <c:pt idx="18">
                  <c:v>0.159384763334</c:v>
                </c:pt>
                <c:pt idx="19">
                  <c:v>0.101171479686</c:v>
                </c:pt>
                <c:pt idx="20">
                  <c:v>0.106046089329</c:v>
                </c:pt>
                <c:pt idx="21">
                  <c:v>0.146854377095</c:v>
                </c:pt>
                <c:pt idx="22">
                  <c:v>0.209740193884</c:v>
                </c:pt>
                <c:pt idx="23">
                  <c:v>0.23061619432</c:v>
                </c:pt>
                <c:pt idx="24">
                  <c:v>0.134614325581</c:v>
                </c:pt>
                <c:pt idx="25">
                  <c:v>0.119979527639</c:v>
                </c:pt>
                <c:pt idx="26">
                  <c:v>0.116361984329</c:v>
                </c:pt>
                <c:pt idx="27">
                  <c:v>0.17646605787</c:v>
                </c:pt>
                <c:pt idx="28">
                  <c:v>0.139896082829</c:v>
                </c:pt>
                <c:pt idx="29">
                  <c:v>0.132927869809</c:v>
                </c:pt>
                <c:pt idx="30">
                  <c:v>0.173414572583</c:v>
                </c:pt>
                <c:pt idx="31">
                  <c:v>0.106817622595</c:v>
                </c:pt>
                <c:pt idx="32">
                  <c:v>0.164581975117</c:v>
                </c:pt>
                <c:pt idx="33">
                  <c:v>0.196233998585</c:v>
                </c:pt>
                <c:pt idx="34">
                  <c:v>0.132175258118</c:v>
                </c:pt>
                <c:pt idx="35">
                  <c:v>0.181789335702</c:v>
                </c:pt>
                <c:pt idx="36">
                  <c:v>0.177902656249</c:v>
                </c:pt>
                <c:pt idx="37">
                  <c:v>0.250916822237</c:v>
                </c:pt>
              </c:numCache>
            </c:numRef>
          </c:yVal>
        </c:ser>
        <c:ser>
          <c:idx val="2"/>
          <c:order val="2"/>
          <c:tx>
            <c:v>Bundesliga</c:v>
          </c:tx>
          <c:spPr>
            <a:solidFill>
              <a:srgbClr val="713EB8"/>
            </a:solidFill>
            <a:ln w="0">
              <a:noFill/>
            </a:ln>
          </c:spPr>
          <c:marker>
            <c:symbol val="triangle"/>
            <c:size val="7"/>
            <c:spPr>
              <a:solidFill>
                <a:srgbClr val="713EB8"/>
              </a:solidFill>
              <a:ln w="0">
                <a:noFill/>
              </a:ln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2.70481679704</c:v>
                </c:pt>
                <c:pt idx="1">
                  <c:v>2.37525773196</c:v>
                </c:pt>
                <c:pt idx="2">
                  <c:v>2.41336633663</c:v>
                </c:pt>
                <c:pt idx="3">
                  <c:v>4.07547169811</c:v>
                </c:pt>
                <c:pt idx="4">
                  <c:v>3.08114961961</c:v>
                </c:pt>
                <c:pt idx="5">
                  <c:v>4.89606368863</c:v>
                </c:pt>
                <c:pt idx="6">
                  <c:v>2.48441674087</c:v>
                </c:pt>
                <c:pt idx="7">
                  <c:v>2.81501340483</c:v>
                </c:pt>
                <c:pt idx="8">
                  <c:v>1.4347826087</c:v>
                </c:pt>
                <c:pt idx="9">
                  <c:v>2.33067729084</c:v>
                </c:pt>
                <c:pt idx="10">
                  <c:v>3.00748129676</c:v>
                </c:pt>
                <c:pt idx="11">
                  <c:v>2.72447408928</c:v>
                </c:pt>
                <c:pt idx="12">
                  <c:v>2.48481501933</c:v>
                </c:pt>
                <c:pt idx="13">
                  <c:v>2.69120184014</c:v>
                </c:pt>
                <c:pt idx="14">
                  <c:v>1.65186500888</c:v>
                </c:pt>
                <c:pt idx="15">
                  <c:v>2.39543726236</c:v>
                </c:pt>
                <c:pt idx="16">
                  <c:v>2.87109375</c:v>
                </c:pt>
                <c:pt idx="17">
                  <c:v>2.38885202389</c:v>
                </c:pt>
                <c:pt idx="18">
                  <c:v>3.17647058824</c:v>
                </c:pt>
                <c:pt idx="19">
                  <c:v>1.88679245283</c:v>
                </c:pt>
                <c:pt idx="20">
                  <c:v>2.46484085862</c:v>
                </c:pt>
                <c:pt idx="21">
                  <c:v>1.48760330579</c:v>
                </c:pt>
                <c:pt idx="22">
                  <c:v>3.36311941511</c:v>
                </c:pt>
                <c:pt idx="23">
                  <c:v>2.19512195122</c:v>
                </c:pt>
                <c:pt idx="24">
                  <c:v>1.64835164835</c:v>
                </c:pt>
                <c:pt idx="25">
                  <c:v>2.15105162524</c:v>
                </c:pt>
                <c:pt idx="26">
                  <c:v>3.45105953582</c:v>
                </c:pt>
                <c:pt idx="27">
                  <c:v>2.67692307692</c:v>
                </c:pt>
                <c:pt idx="28">
                  <c:v>2.72138228942</c:v>
                </c:pt>
                <c:pt idx="29">
                  <c:v>2.1926910299</c:v>
                </c:pt>
              </c:numCache>
            </c:numRef>
          </c:xVal>
          <c:yVal>
            <c:numRef>
              <c:f>'Chart Data'!$F$2:$F$31</c:f>
              <c:numCache>
                <c:formatCode>0.00</c:formatCode>
                <c:ptCount val="30"/>
                <c:pt idx="0">
                  <c:v>0.130203097714</c:v>
                </c:pt>
                <c:pt idx="1">
                  <c:v>0.114690831921</c:v>
                </c:pt>
                <c:pt idx="2">
                  <c:v>0.197288920888</c:v>
                </c:pt>
                <c:pt idx="3">
                  <c:v>0.196707796073</c:v>
                </c:pt>
                <c:pt idx="4">
                  <c:v>0.217751256616</c:v>
                </c:pt>
                <c:pt idx="5">
                  <c:v>0.148778623614</c:v>
                </c:pt>
                <c:pt idx="6">
                  <c:v>0.24482037812</c:v>
                </c:pt>
                <c:pt idx="7">
                  <c:v>0.147944971866</c:v>
                </c:pt>
                <c:pt idx="8">
                  <c:v>0.158980093699</c:v>
                </c:pt>
                <c:pt idx="9">
                  <c:v>0.16642880395</c:v>
                </c:pt>
                <c:pt idx="10">
                  <c:v>0.233320067289</c:v>
                </c:pt>
                <c:pt idx="11">
                  <c:v>0.155910570127</c:v>
                </c:pt>
                <c:pt idx="12">
                  <c:v>0.216816046303</c:v>
                </c:pt>
                <c:pt idx="13">
                  <c:v>0.211587222795</c:v>
                </c:pt>
                <c:pt idx="14">
                  <c:v>0.162971165963</c:v>
                </c:pt>
                <c:pt idx="15">
                  <c:v>0.0947543829901</c:v>
                </c:pt>
                <c:pt idx="16">
                  <c:v>0.164622991935</c:v>
                </c:pt>
                <c:pt idx="17">
                  <c:v>0.197665426508</c:v>
                </c:pt>
                <c:pt idx="18">
                  <c:v>0.162577049277</c:v>
                </c:pt>
                <c:pt idx="19">
                  <c:v>0.162664543713</c:v>
                </c:pt>
                <c:pt idx="20">
                  <c:v>0.272591250068</c:v>
                </c:pt>
                <c:pt idx="21">
                  <c:v>0.138500282287</c:v>
                </c:pt>
                <c:pt idx="22">
                  <c:v>0.174921122501</c:v>
                </c:pt>
                <c:pt idx="23">
                  <c:v>0.207856293302</c:v>
                </c:pt>
                <c:pt idx="24">
                  <c:v>0.210029244958</c:v>
                </c:pt>
                <c:pt idx="25">
                  <c:v>0.15267938178</c:v>
                </c:pt>
                <c:pt idx="26">
                  <c:v>0.223473726037</c:v>
                </c:pt>
                <c:pt idx="27">
                  <c:v>0.166207379469</c:v>
                </c:pt>
                <c:pt idx="28">
                  <c:v>0.194916970163</c:v>
                </c:pt>
                <c:pt idx="29">
                  <c:v>0.135413155214</c:v>
                </c:pt>
              </c:numCache>
            </c:numRef>
          </c:yVal>
        </c:ser>
        <c:ser>
          <c:idx val="3"/>
          <c:order val="3"/>
          <c:tx>
            <c:v>Serie A</c:v>
          </c:tx>
          <c:spPr>
            <a:solidFill>
              <a:srgbClr val="778346"/>
            </a:solidFill>
            <a:ln w="0">
              <a:noFill/>
            </a:ln>
          </c:spPr>
          <c:marker>
            <c:symbol val="diamond"/>
            <c:size val="7"/>
            <c:spPr>
              <a:solidFill>
                <a:srgbClr val="778346"/>
              </a:solidFill>
              <a:ln w="0">
                <a:noFill/>
              </a:ln>
            </c:spPr>
          </c:marker>
          <c:xVal>
            <c:numRef>
              <c:f>'Chart Data'!$G$2:$G$51</c:f>
              <c:numCache>
                <c:formatCode>General</c:formatCode>
                <c:ptCount val="50"/>
                <c:pt idx="0">
                  <c:v>2.15139442231</c:v>
                </c:pt>
                <c:pt idx="1">
                  <c:v>1.90732758621</c:v>
                </c:pt>
                <c:pt idx="2">
                  <c:v>1.8320610687</c:v>
                </c:pt>
                <c:pt idx="3">
                  <c:v>2.48275862069</c:v>
                </c:pt>
                <c:pt idx="4">
                  <c:v>2.52042007001</c:v>
                </c:pt>
                <c:pt idx="5">
                  <c:v>2.38135237295</c:v>
                </c:pt>
                <c:pt idx="6">
                  <c:v>2.42730720607</c:v>
                </c:pt>
                <c:pt idx="7">
                  <c:v>1.92636986301</c:v>
                </c:pt>
                <c:pt idx="8">
                  <c:v>2.80762564991</c:v>
                </c:pt>
                <c:pt idx="9">
                  <c:v>2.52742430891</c:v>
                </c:pt>
                <c:pt idx="10">
                  <c:v>3.08842938847</c:v>
                </c:pt>
                <c:pt idx="11">
                  <c:v>2.58620689655</c:v>
                </c:pt>
                <c:pt idx="12">
                  <c:v>3.75510204082</c:v>
                </c:pt>
                <c:pt idx="13">
                  <c:v>1.27358490566</c:v>
                </c:pt>
                <c:pt idx="14">
                  <c:v>1.96581196581</c:v>
                </c:pt>
                <c:pt idx="15">
                  <c:v>3.63503649635</c:v>
                </c:pt>
                <c:pt idx="16">
                  <c:v>4.23114593536</c:v>
                </c:pt>
                <c:pt idx="17">
                  <c:v>3.44542162442</c:v>
                </c:pt>
                <c:pt idx="18">
                  <c:v>2.51184834123</c:v>
                </c:pt>
                <c:pt idx="19">
                  <c:v>2.9295624333</c:v>
                </c:pt>
                <c:pt idx="20">
                  <c:v>2.69087026161</c:v>
                </c:pt>
                <c:pt idx="21">
                  <c:v>2.01793721973</c:v>
                </c:pt>
                <c:pt idx="22">
                  <c:v>5.00280741157</c:v>
                </c:pt>
                <c:pt idx="23">
                  <c:v>1.68126094571</c:v>
                </c:pt>
                <c:pt idx="24">
                  <c:v>2.55898366606</c:v>
                </c:pt>
                <c:pt idx="25">
                  <c:v>2.95905707196</c:v>
                </c:pt>
                <c:pt idx="26">
                  <c:v>3.34201954397</c:v>
                </c:pt>
                <c:pt idx="27">
                  <c:v>2.14002642008</c:v>
                </c:pt>
                <c:pt idx="28">
                  <c:v>3.96264176117</c:v>
                </c:pt>
                <c:pt idx="29">
                  <c:v>1.20481927711</c:v>
                </c:pt>
                <c:pt idx="30">
                  <c:v>1.60833953835</c:v>
                </c:pt>
                <c:pt idx="31">
                  <c:v>3.75569044006</c:v>
                </c:pt>
                <c:pt idx="32">
                  <c:v>2.1377672209</c:v>
                </c:pt>
                <c:pt idx="33">
                  <c:v>0.859188544153</c:v>
                </c:pt>
                <c:pt idx="34">
                  <c:v>2.45251857969</c:v>
                </c:pt>
                <c:pt idx="35">
                  <c:v>2.48952221291</c:v>
                </c:pt>
                <c:pt idx="36">
                  <c:v>2.83018867925</c:v>
                </c:pt>
                <c:pt idx="37">
                  <c:v>1.78057553957</c:v>
                </c:pt>
                <c:pt idx="38">
                  <c:v>2.72977941176</c:v>
                </c:pt>
                <c:pt idx="39">
                  <c:v>1.63479923518</c:v>
                </c:pt>
                <c:pt idx="40">
                  <c:v>2.10526315789</c:v>
                </c:pt>
                <c:pt idx="41">
                  <c:v>2.18844984802</c:v>
                </c:pt>
                <c:pt idx="42">
                  <c:v>1.57245632066</c:v>
                </c:pt>
                <c:pt idx="43">
                  <c:v>4.44444444444</c:v>
                </c:pt>
                <c:pt idx="44">
                  <c:v>2.19279661017</c:v>
                </c:pt>
                <c:pt idx="45">
                  <c:v>1.93548387097</c:v>
                </c:pt>
                <c:pt idx="46">
                  <c:v>1.17263843648</c:v>
                </c:pt>
                <c:pt idx="47">
                  <c:v>2.15921483097</c:v>
                </c:pt>
                <c:pt idx="48">
                  <c:v>2.47797356828</c:v>
                </c:pt>
                <c:pt idx="49">
                  <c:v>2.68508287293</c:v>
                </c:pt>
              </c:numCache>
            </c:numRef>
          </c:xVal>
          <c:yVal>
            <c:numRef>
              <c:f>'Chart Data'!$H$2:$H$51</c:f>
              <c:numCache>
                <c:formatCode>0.00</c:formatCode>
                <c:ptCount val="50"/>
                <c:pt idx="0">
                  <c:v>0.127062636324</c:v>
                </c:pt>
                <c:pt idx="1">
                  <c:v>0.212729601442</c:v>
                </c:pt>
                <c:pt idx="2">
                  <c:v>0.0889842554794</c:v>
                </c:pt>
                <c:pt idx="3">
                  <c:v>0.149630255894</c:v>
                </c:pt>
                <c:pt idx="4">
                  <c:v>0.0936036629589</c:v>
                </c:pt>
                <c:pt idx="5">
                  <c:v>0.131731552456</c:v>
                </c:pt>
                <c:pt idx="6">
                  <c:v>0.123017712132</c:v>
                </c:pt>
                <c:pt idx="7">
                  <c:v>0.0939921304956</c:v>
                </c:pt>
                <c:pt idx="8">
                  <c:v>0.0853321339625</c:v>
                </c:pt>
                <c:pt idx="9">
                  <c:v>0.225147011777</c:v>
                </c:pt>
                <c:pt idx="10">
                  <c:v>0.143355351324</c:v>
                </c:pt>
                <c:pt idx="11">
                  <c:v>0.106295349334</c:v>
                </c:pt>
                <c:pt idx="12">
                  <c:v>0.186291628983</c:v>
                </c:pt>
                <c:pt idx="13">
                  <c:v>0.209398769696</c:v>
                </c:pt>
                <c:pt idx="14">
                  <c:v>0.148803063466</c:v>
                </c:pt>
                <c:pt idx="15">
                  <c:v>0.129158003031</c:v>
                </c:pt>
                <c:pt idx="16">
                  <c:v>0.144340716962</c:v>
                </c:pt>
                <c:pt idx="17">
                  <c:v>0.1607498387</c:v>
                </c:pt>
                <c:pt idx="18">
                  <c:v>0.124709487453</c:v>
                </c:pt>
                <c:pt idx="19">
                  <c:v>0.132446949935</c:v>
                </c:pt>
                <c:pt idx="20">
                  <c:v>0.0762379259935</c:v>
                </c:pt>
                <c:pt idx="21">
                  <c:v>0.267575491453</c:v>
                </c:pt>
                <c:pt idx="22">
                  <c:v>0.15833317781</c:v>
                </c:pt>
                <c:pt idx="23">
                  <c:v>0.147188112562</c:v>
                </c:pt>
                <c:pt idx="24">
                  <c:v>0.145264410354</c:v>
                </c:pt>
                <c:pt idx="25">
                  <c:v>0.165724010295</c:v>
                </c:pt>
                <c:pt idx="26">
                  <c:v>0.173061670147</c:v>
                </c:pt>
                <c:pt idx="27">
                  <c:v>0.139812073877</c:v>
                </c:pt>
                <c:pt idx="28">
                  <c:v>0.184235041566</c:v>
                </c:pt>
                <c:pt idx="29">
                  <c:v>0.26592688486</c:v>
                </c:pt>
                <c:pt idx="30">
                  <c:v>0.255583591449</c:v>
                </c:pt>
                <c:pt idx="31">
                  <c:v>0.133567077836</c:v>
                </c:pt>
                <c:pt idx="32">
                  <c:v>0.152665333403</c:v>
                </c:pt>
                <c:pt idx="33">
                  <c:v>0.224847387522</c:v>
                </c:pt>
                <c:pt idx="34">
                  <c:v>0.124221256807</c:v>
                </c:pt>
                <c:pt idx="35">
                  <c:v>0.138045551382</c:v>
                </c:pt>
                <c:pt idx="36">
                  <c:v>0.123408640442</c:v>
                </c:pt>
                <c:pt idx="37">
                  <c:v>0.208253508772</c:v>
                </c:pt>
                <c:pt idx="38">
                  <c:v>0.110343676004</c:v>
                </c:pt>
                <c:pt idx="39">
                  <c:v>0.0851238504248</c:v>
                </c:pt>
                <c:pt idx="40">
                  <c:v>0.0440104900626</c:v>
                </c:pt>
                <c:pt idx="41">
                  <c:v>0.115106155242</c:v>
                </c:pt>
                <c:pt idx="42">
                  <c:v>0.120818593868</c:v>
                </c:pt>
                <c:pt idx="43">
                  <c:v>0.141173570902</c:v>
                </c:pt>
                <c:pt idx="44">
                  <c:v>0.122308861464</c:v>
                </c:pt>
                <c:pt idx="45">
                  <c:v>0.159390320675</c:v>
                </c:pt>
                <c:pt idx="46">
                  <c:v>0.248328914866</c:v>
                </c:pt>
                <c:pt idx="47">
                  <c:v>0.188607624139</c:v>
                </c:pt>
                <c:pt idx="48">
                  <c:v>0.130856860541</c:v>
                </c:pt>
                <c:pt idx="49">
                  <c:v>0.140350808493</c:v>
                </c:pt>
              </c:numCache>
            </c:numRef>
          </c:yVal>
        </c:ser>
        <c:ser>
          <c:idx val="4"/>
          <c:order val="4"/>
          <c:tx>
            <c:v>Ligue 1</c:v>
          </c:tx>
          <c:spPr>
            <a:solidFill>
              <a:srgbClr val="B7638B"/>
            </a:solidFill>
            <a:ln w="0">
              <a:noFill/>
            </a:ln>
          </c:spPr>
          <c:marker>
            <c:symbol val="plus"/>
            <c:size val="7"/>
            <c:spPr>
              <a:solidFill>
                <a:srgbClr val="B7638B"/>
              </a:solidFill>
              <a:ln w="0">
                <a:noFill/>
              </a:ln>
            </c:spPr>
          </c:marker>
          <c:xVal>
            <c:numRef>
              <c:f>'Chart Data'!$I$2:$I$31</c:f>
              <c:numCache>
                <c:formatCode>General</c:formatCode>
                <c:ptCount val="30"/>
                <c:pt idx="0">
                  <c:v>2.26376614548</c:v>
                </c:pt>
                <c:pt idx="1">
                  <c:v>1.74664784757</c:v>
                </c:pt>
                <c:pt idx="2">
                  <c:v>2.84951974386</c:v>
                </c:pt>
                <c:pt idx="3">
                  <c:v>2.70554147048</c:v>
                </c:pt>
                <c:pt idx="4">
                  <c:v>2.46677740864</c:v>
                </c:pt>
                <c:pt idx="5">
                  <c:v>2.91977202981</c:v>
                </c:pt>
                <c:pt idx="6">
                  <c:v>2.12534059946</c:v>
                </c:pt>
                <c:pt idx="7">
                  <c:v>2.60366441659</c:v>
                </c:pt>
                <c:pt idx="8">
                  <c:v>1.74528301887</c:v>
                </c:pt>
                <c:pt idx="9">
                  <c:v>2.82597126131</c:v>
                </c:pt>
                <c:pt idx="10">
                  <c:v>1.97326203209</c:v>
                </c:pt>
                <c:pt idx="11">
                  <c:v>2.06832298137</c:v>
                </c:pt>
                <c:pt idx="12">
                  <c:v>2.85625388923</c:v>
                </c:pt>
                <c:pt idx="13">
                  <c:v>2.53521126761</c:v>
                </c:pt>
                <c:pt idx="14">
                  <c:v>2.43870967742</c:v>
                </c:pt>
                <c:pt idx="15">
                  <c:v>2.59484066768</c:v>
                </c:pt>
                <c:pt idx="16">
                  <c:v>2.22050886662</c:v>
                </c:pt>
                <c:pt idx="17">
                  <c:v>3.89791183295</c:v>
                </c:pt>
                <c:pt idx="18">
                  <c:v>1.64677804296</c:v>
                </c:pt>
                <c:pt idx="19">
                  <c:v>3.12348668281</c:v>
                </c:pt>
                <c:pt idx="20">
                  <c:v>2.41267262388</c:v>
                </c:pt>
                <c:pt idx="21">
                  <c:v>2.12299915754</c:v>
                </c:pt>
                <c:pt idx="22">
                  <c:v>2.65625</c:v>
                </c:pt>
                <c:pt idx="23">
                  <c:v>2.16266173752</c:v>
                </c:pt>
                <c:pt idx="24">
                  <c:v>1.62702188392</c:v>
                </c:pt>
                <c:pt idx="25">
                  <c:v>3.6</c:v>
                </c:pt>
                <c:pt idx="26">
                  <c:v>2.57650542942</c:v>
                </c:pt>
                <c:pt idx="27">
                  <c:v>1.3361611877</c:v>
                </c:pt>
                <c:pt idx="28">
                  <c:v>2.11312700107</c:v>
                </c:pt>
                <c:pt idx="29">
                  <c:v>2.1199143469</c:v>
                </c:pt>
              </c:numCache>
            </c:numRef>
          </c:xVal>
          <c:yVal>
            <c:numRef>
              <c:f>'Chart Data'!$J$2:$J$31</c:f>
              <c:numCache>
                <c:formatCode>0.00</c:formatCode>
                <c:ptCount val="30"/>
                <c:pt idx="0">
                  <c:v>0.161689572552</c:v>
                </c:pt>
                <c:pt idx="1">
                  <c:v>0.17920711833</c:v>
                </c:pt>
                <c:pt idx="2">
                  <c:v>0.118793710438</c:v>
                </c:pt>
                <c:pt idx="3">
                  <c:v>0.152945483967</c:v>
                </c:pt>
                <c:pt idx="4">
                  <c:v>0.145327961721</c:v>
                </c:pt>
                <c:pt idx="5">
                  <c:v>0.159642470182</c:v>
                </c:pt>
                <c:pt idx="6">
                  <c:v>0.195296546229</c:v>
                </c:pt>
                <c:pt idx="7">
                  <c:v>0.258764583648</c:v>
                </c:pt>
                <c:pt idx="8">
                  <c:v>0.139676780591</c:v>
                </c:pt>
                <c:pt idx="9">
                  <c:v>0.213253797805</c:v>
                </c:pt>
                <c:pt idx="10">
                  <c:v>0.220376892788</c:v>
                </c:pt>
                <c:pt idx="11">
                  <c:v>0.157537389949</c:v>
                </c:pt>
                <c:pt idx="12">
                  <c:v>0.145392873324</c:v>
                </c:pt>
                <c:pt idx="13">
                  <c:v>0.186384805097</c:v>
                </c:pt>
                <c:pt idx="14">
                  <c:v>0.139576961486</c:v>
                </c:pt>
                <c:pt idx="15">
                  <c:v>0.190449199296</c:v>
                </c:pt>
                <c:pt idx="16">
                  <c:v>0.107381521724</c:v>
                </c:pt>
                <c:pt idx="17">
                  <c:v>0.140116511262</c:v>
                </c:pt>
                <c:pt idx="18">
                  <c:v>0.26410164182</c:v>
                </c:pt>
                <c:pt idx="19">
                  <c:v>0.184981148343</c:v>
                </c:pt>
                <c:pt idx="20">
                  <c:v>0.0925535977903</c:v>
                </c:pt>
                <c:pt idx="21">
                  <c:v>0.101013800528</c:v>
                </c:pt>
                <c:pt idx="22">
                  <c:v>0.0887890199528</c:v>
                </c:pt>
                <c:pt idx="23">
                  <c:v>0.136306210672</c:v>
                </c:pt>
                <c:pt idx="24">
                  <c:v>0.168826104583</c:v>
                </c:pt>
                <c:pt idx="25">
                  <c:v>0.102967050592</c:v>
                </c:pt>
                <c:pt idx="26">
                  <c:v>0.175962867151</c:v>
                </c:pt>
                <c:pt idx="27">
                  <c:v>0.246062971652</c:v>
                </c:pt>
                <c:pt idx="28">
                  <c:v>0.157935960726</c:v>
                </c:pt>
                <c:pt idx="29">
                  <c:v>0.124688628638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3"/>
          <c:min val="0"/>
        </c:scaling>
        <c:delete val="0"/>
        <c:axPos val="l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Non-penalty xG per shot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.5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Non-penalty shots per 90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72E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Other cohort players</c:v>
          </c:tx>
          <c:spPr>
            <a:solidFill>
              <a:srgbClr val="D6DADE"/>
            </a:solidFill>
            <a:ln w="0">
              <a:noFill/>
            </a:ln>
          </c:spPr>
          <c:marker>
            <c:symbol val="circle"/>
            <c:size val="5"/>
            <c:spPr>
              <a:solidFill>
                <a:srgbClr val="D6DADE"/>
              </a:solidFill>
              <a:ln w="0">
                <a:noFill/>
              </a:ln>
            </c:spPr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2.70481679704</c:v>
                </c:pt>
                <c:pt idx="1">
                  <c:v>2.37525773196</c:v>
                </c:pt>
                <c:pt idx="2">
                  <c:v>2.41336633663</c:v>
                </c:pt>
                <c:pt idx="3">
                  <c:v>4.07547169811</c:v>
                </c:pt>
                <c:pt idx="4">
                  <c:v>3.08114961961</c:v>
                </c:pt>
                <c:pt idx="5">
                  <c:v>4.89606368863</c:v>
                </c:pt>
                <c:pt idx="6">
                  <c:v>2.48441674087</c:v>
                </c:pt>
                <c:pt idx="7">
                  <c:v>2.81501340483</c:v>
                </c:pt>
                <c:pt idx="8">
                  <c:v>1.4347826087</c:v>
                </c:pt>
                <c:pt idx="9">
                  <c:v>2.33067729084</c:v>
                </c:pt>
                <c:pt idx="10">
                  <c:v>3.00748129676</c:v>
                </c:pt>
                <c:pt idx="11">
                  <c:v>2.72447408928</c:v>
                </c:pt>
                <c:pt idx="12">
                  <c:v>2.48481501933</c:v>
                </c:pt>
                <c:pt idx="13">
                  <c:v>2.69120184014</c:v>
                </c:pt>
                <c:pt idx="14">
                  <c:v>1.65186500888</c:v>
                </c:pt>
                <c:pt idx="15">
                  <c:v>2.39543726236</c:v>
                </c:pt>
                <c:pt idx="16">
                  <c:v>2.87109375</c:v>
                </c:pt>
                <c:pt idx="17">
                  <c:v>2.38885202389</c:v>
                </c:pt>
                <c:pt idx="18">
                  <c:v>3.17647058824</c:v>
                </c:pt>
                <c:pt idx="19">
                  <c:v>1.88679245283</c:v>
                </c:pt>
                <c:pt idx="20">
                  <c:v>2.46484085862</c:v>
                </c:pt>
                <c:pt idx="21">
                  <c:v>1.48760330579</c:v>
                </c:pt>
                <c:pt idx="22">
                  <c:v>3.36311941511</c:v>
                </c:pt>
                <c:pt idx="23">
                  <c:v>2.19512195122</c:v>
                </c:pt>
                <c:pt idx="24">
                  <c:v>1.64835164835</c:v>
                </c:pt>
                <c:pt idx="25">
                  <c:v>2.15105162524</c:v>
                </c:pt>
                <c:pt idx="26">
                  <c:v>3.45105953582</c:v>
                </c:pt>
                <c:pt idx="27">
                  <c:v>2.67692307692</c:v>
                </c:pt>
                <c:pt idx="28">
                  <c:v>2.72138228942</c:v>
                </c:pt>
                <c:pt idx="29">
                  <c:v>2.1926910299</c:v>
                </c:pt>
                <c:pt idx="30">
                  <c:v>2.05042527339</c:v>
                </c:pt>
                <c:pt idx="31">
                  <c:v>3.65558912387</c:v>
                </c:pt>
                <c:pt idx="32">
                  <c:v>2.56877579092</c:v>
                </c:pt>
                <c:pt idx="33">
                  <c:v>2.30604982206</c:v>
                </c:pt>
                <c:pt idx="34">
                  <c:v>2.24011713031</c:v>
                </c:pt>
                <c:pt idx="35">
                  <c:v>2.43513713862</c:v>
                </c:pt>
                <c:pt idx="36">
                  <c:v>2.61034047919</c:v>
                </c:pt>
                <c:pt idx="37">
                  <c:v>1.6064598385</c:v>
                </c:pt>
                <c:pt idx="38">
                  <c:v>2.08661417323</c:v>
                </c:pt>
                <c:pt idx="39">
                  <c:v>2.07538802661</c:v>
                </c:pt>
                <c:pt idx="40">
                  <c:v>2.38651685393</c:v>
                </c:pt>
                <c:pt idx="41">
                  <c:v>2.80361173815</c:v>
                </c:pt>
                <c:pt idx="42">
                  <c:v>1.42857142857</c:v>
                </c:pt>
                <c:pt idx="43">
                  <c:v>1.66752444673</c:v>
                </c:pt>
                <c:pt idx="44">
                  <c:v>2.85046728972</c:v>
                </c:pt>
                <c:pt idx="45">
                  <c:v>1.78032274857</c:v>
                </c:pt>
                <c:pt idx="46">
                  <c:v>3.18801089918</c:v>
                </c:pt>
                <c:pt idx="47">
                  <c:v>2.5069637883</c:v>
                </c:pt>
                <c:pt idx="48">
                  <c:v>3.35574572127</c:v>
                </c:pt>
                <c:pt idx="49">
                  <c:v>2.49355670103</c:v>
                </c:pt>
                <c:pt idx="50">
                  <c:v>1.1027910143</c:v>
                </c:pt>
                <c:pt idx="51">
                  <c:v>3.14685314685</c:v>
                </c:pt>
                <c:pt idx="52">
                  <c:v>1.30909090909</c:v>
                </c:pt>
                <c:pt idx="53">
                  <c:v>2.98452468681</c:v>
                </c:pt>
                <c:pt idx="54">
                  <c:v>2.78275020342</c:v>
                </c:pt>
                <c:pt idx="55">
                  <c:v>1.30769230769</c:v>
                </c:pt>
                <c:pt idx="56">
                  <c:v>3.3887915937</c:v>
                </c:pt>
                <c:pt idx="57">
                  <c:v>2.25836431227</c:v>
                </c:pt>
                <c:pt idx="58">
                  <c:v>3.04511278195</c:v>
                </c:pt>
                <c:pt idx="59">
                  <c:v>1.97604790419</c:v>
                </c:pt>
                <c:pt idx="60">
                  <c:v>2.87712287712</c:v>
                </c:pt>
                <c:pt idx="61">
                  <c:v>1.82002022245</c:v>
                </c:pt>
                <c:pt idx="62">
                  <c:v>2.26725082147</c:v>
                </c:pt>
                <c:pt idx="63">
                  <c:v>3.05714285714</c:v>
                </c:pt>
                <c:pt idx="64">
                  <c:v>2.85475792988</c:v>
                </c:pt>
                <c:pt idx="65">
                  <c:v>3.01090909091</c:v>
                </c:pt>
                <c:pt idx="66">
                  <c:v>2.37623762376</c:v>
                </c:pt>
                <c:pt idx="67">
                  <c:v>4.70072436142</c:v>
                </c:pt>
                <c:pt idx="68">
                  <c:v>3.01944338544</c:v>
                </c:pt>
                <c:pt idx="69">
                  <c:v>3.11120366514</c:v>
                </c:pt>
                <c:pt idx="70">
                  <c:v>2.18592964824</c:v>
                </c:pt>
                <c:pt idx="71">
                  <c:v>2.23172295853</c:v>
                </c:pt>
                <c:pt idx="72">
                  <c:v>3.02864938608</c:v>
                </c:pt>
                <c:pt idx="73">
                  <c:v>2.548828125</c:v>
                </c:pt>
                <c:pt idx="74">
                  <c:v>3.06666666667</c:v>
                </c:pt>
                <c:pt idx="75">
                  <c:v>1.07838242636</c:v>
                </c:pt>
                <c:pt idx="76">
                  <c:v>1.54623547246</c:v>
                </c:pt>
                <c:pt idx="77">
                  <c:v>2.75510204082</c:v>
                </c:pt>
                <c:pt idx="78">
                  <c:v>3.13043478261</c:v>
                </c:pt>
                <c:pt idx="79">
                  <c:v>2.38317757009</c:v>
                </c:pt>
                <c:pt idx="80">
                  <c:v>1.98633736206</c:v>
                </c:pt>
                <c:pt idx="81">
                  <c:v>2.61571582347</c:v>
                </c:pt>
                <c:pt idx="82">
                  <c:v>3.2878953108</c:v>
                </c:pt>
                <c:pt idx="83">
                  <c:v>1.35652173913</c:v>
                </c:pt>
                <c:pt idx="84">
                  <c:v>3.08146399055</c:v>
                </c:pt>
                <c:pt idx="85">
                  <c:v>2.66143633072</c:v>
                </c:pt>
                <c:pt idx="86">
                  <c:v>3.31288343558</c:v>
                </c:pt>
                <c:pt idx="87">
                  <c:v>1.9577377253</c:v>
                </c:pt>
                <c:pt idx="88">
                  <c:v>2.39043824701</c:v>
                </c:pt>
                <c:pt idx="89">
                  <c:v>2.29496898691</c:v>
                </c:pt>
                <c:pt idx="90">
                  <c:v>2.96218487395</c:v>
                </c:pt>
                <c:pt idx="91">
                  <c:v>2.22222222222</c:v>
                </c:pt>
                <c:pt idx="92">
                  <c:v>2.36842105263</c:v>
                </c:pt>
                <c:pt idx="93">
                  <c:v>3.86295180723</c:v>
                </c:pt>
                <c:pt idx="94">
                  <c:v>1.8262987013</c:v>
                </c:pt>
                <c:pt idx="95">
                  <c:v>2.01252236136</c:v>
                </c:pt>
                <c:pt idx="96">
                  <c:v>1.17537313433</c:v>
                </c:pt>
                <c:pt idx="97">
                  <c:v>1.96394686907</c:v>
                </c:pt>
                <c:pt idx="98">
                  <c:v>2.62645914397</c:v>
                </c:pt>
                <c:pt idx="99">
                  <c:v>3.79049676026</c:v>
                </c:pt>
                <c:pt idx="100">
                  <c:v>2.04767063922</c:v>
                </c:pt>
                <c:pt idx="101">
                  <c:v>2.26376614548</c:v>
                </c:pt>
                <c:pt idx="102">
                  <c:v>1.74664784757</c:v>
                </c:pt>
                <c:pt idx="103">
                  <c:v>2.84951974386</c:v>
                </c:pt>
                <c:pt idx="104">
                  <c:v>2.70554147048</c:v>
                </c:pt>
                <c:pt idx="105">
                  <c:v>2.46677740864</c:v>
                </c:pt>
                <c:pt idx="106">
                  <c:v>2.91977202981</c:v>
                </c:pt>
                <c:pt idx="107">
                  <c:v>2.12534059946</c:v>
                </c:pt>
                <c:pt idx="108">
                  <c:v>2.60366441659</c:v>
                </c:pt>
                <c:pt idx="109">
                  <c:v>1.74528301887</c:v>
                </c:pt>
                <c:pt idx="110">
                  <c:v>2.82597126131</c:v>
                </c:pt>
                <c:pt idx="111">
                  <c:v>1.97326203209</c:v>
                </c:pt>
                <c:pt idx="112">
                  <c:v>2.06832298137</c:v>
                </c:pt>
                <c:pt idx="113">
                  <c:v>2.85625388923</c:v>
                </c:pt>
                <c:pt idx="114">
                  <c:v>2.53521126761</c:v>
                </c:pt>
                <c:pt idx="115">
                  <c:v>2.43870967742</c:v>
                </c:pt>
                <c:pt idx="116">
                  <c:v>2.59484066768</c:v>
                </c:pt>
                <c:pt idx="117">
                  <c:v>2.22050886662</c:v>
                </c:pt>
                <c:pt idx="118">
                  <c:v>3.89791183295</c:v>
                </c:pt>
                <c:pt idx="119">
                  <c:v>1.64677804296</c:v>
                </c:pt>
                <c:pt idx="120">
                  <c:v>3.12348668281</c:v>
                </c:pt>
                <c:pt idx="121">
                  <c:v>2.41267262388</c:v>
                </c:pt>
                <c:pt idx="122">
                  <c:v>2.12299915754</c:v>
                </c:pt>
                <c:pt idx="123">
                  <c:v>2.65625</c:v>
                </c:pt>
                <c:pt idx="124">
                  <c:v>2.16266173752</c:v>
                </c:pt>
                <c:pt idx="125">
                  <c:v>1.62702188392</c:v>
                </c:pt>
                <c:pt idx="126">
                  <c:v>3.6</c:v>
                </c:pt>
                <c:pt idx="127">
                  <c:v>2.57650542942</c:v>
                </c:pt>
                <c:pt idx="128">
                  <c:v>1.3361611877</c:v>
                </c:pt>
                <c:pt idx="129">
                  <c:v>2.11312700107</c:v>
                </c:pt>
                <c:pt idx="130">
                  <c:v>2.1199143469</c:v>
                </c:pt>
                <c:pt idx="131">
                  <c:v>2.15139442231</c:v>
                </c:pt>
                <c:pt idx="132">
                  <c:v>1.90732758621</c:v>
                </c:pt>
                <c:pt idx="133">
                  <c:v>1.8320610687</c:v>
                </c:pt>
                <c:pt idx="134">
                  <c:v>2.48275862069</c:v>
                </c:pt>
                <c:pt idx="135">
                  <c:v>2.52042007001</c:v>
                </c:pt>
                <c:pt idx="136">
                  <c:v>2.38135237295</c:v>
                </c:pt>
                <c:pt idx="137">
                  <c:v>2.42730720607</c:v>
                </c:pt>
                <c:pt idx="138">
                  <c:v>1.92636986301</c:v>
                </c:pt>
                <c:pt idx="139">
                  <c:v>2.80762564991</c:v>
                </c:pt>
                <c:pt idx="140">
                  <c:v>2.52742430891</c:v>
                </c:pt>
                <c:pt idx="141">
                  <c:v>3.08842938847</c:v>
                </c:pt>
                <c:pt idx="142">
                  <c:v>2.58620689655</c:v>
                </c:pt>
                <c:pt idx="143">
                  <c:v>3.75510204082</c:v>
                </c:pt>
                <c:pt idx="144">
                  <c:v>1.27358490566</c:v>
                </c:pt>
                <c:pt idx="145">
                  <c:v>1.96581196581</c:v>
                </c:pt>
                <c:pt idx="146">
                  <c:v>3.63503649635</c:v>
                </c:pt>
                <c:pt idx="147">
                  <c:v>4.23114593536</c:v>
                </c:pt>
                <c:pt idx="148">
                  <c:v>3.44542162442</c:v>
                </c:pt>
                <c:pt idx="149">
                  <c:v>2.51184834123</c:v>
                </c:pt>
                <c:pt idx="150">
                  <c:v>2.9295624333</c:v>
                </c:pt>
                <c:pt idx="151">
                  <c:v>2.69087026161</c:v>
                </c:pt>
                <c:pt idx="152">
                  <c:v>2.01793721973</c:v>
                </c:pt>
                <c:pt idx="153">
                  <c:v>5.00280741157</c:v>
                </c:pt>
                <c:pt idx="154">
                  <c:v>1.68126094571</c:v>
                </c:pt>
                <c:pt idx="155">
                  <c:v>2.55898366606</c:v>
                </c:pt>
                <c:pt idx="156">
                  <c:v>2.95905707196</c:v>
                </c:pt>
                <c:pt idx="157">
                  <c:v>3.34201954397</c:v>
                </c:pt>
                <c:pt idx="158">
                  <c:v>2.14002642008</c:v>
                </c:pt>
                <c:pt idx="159">
                  <c:v>3.96264176117</c:v>
                </c:pt>
                <c:pt idx="160">
                  <c:v>1.20481927711</c:v>
                </c:pt>
                <c:pt idx="161">
                  <c:v>1.60833953835</c:v>
                </c:pt>
                <c:pt idx="162">
                  <c:v>3.75569044006</c:v>
                </c:pt>
                <c:pt idx="163">
                  <c:v>2.1377672209</c:v>
                </c:pt>
                <c:pt idx="164">
                  <c:v>0.859188544153</c:v>
                </c:pt>
                <c:pt idx="165">
                  <c:v>2.45251857969</c:v>
                </c:pt>
                <c:pt idx="166">
                  <c:v>2.48952221291</c:v>
                </c:pt>
                <c:pt idx="167">
                  <c:v>2.83018867925</c:v>
                </c:pt>
                <c:pt idx="168">
                  <c:v>1.78057553957</c:v>
                </c:pt>
                <c:pt idx="169">
                  <c:v>2.72977941176</c:v>
                </c:pt>
                <c:pt idx="170">
                  <c:v>1.63479923518</c:v>
                </c:pt>
                <c:pt idx="171">
                  <c:v>2.10526315789</c:v>
                </c:pt>
                <c:pt idx="172">
                  <c:v>2.18844984802</c:v>
                </c:pt>
                <c:pt idx="173">
                  <c:v>1.57245632066</c:v>
                </c:pt>
                <c:pt idx="174">
                  <c:v>4.44444444444</c:v>
                </c:pt>
                <c:pt idx="175">
                  <c:v>2.19279661017</c:v>
                </c:pt>
                <c:pt idx="176">
                  <c:v>1.93548387097</c:v>
                </c:pt>
                <c:pt idx="177">
                  <c:v>1.17263843648</c:v>
                </c:pt>
                <c:pt idx="178">
                  <c:v>2.15921483097</c:v>
                </c:pt>
                <c:pt idx="179">
                  <c:v>2.47797356828</c:v>
                </c:pt>
                <c:pt idx="180">
                  <c:v>2.68508287293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0.130203097714</c:v>
                </c:pt>
                <c:pt idx="1">
                  <c:v>0.114690831921</c:v>
                </c:pt>
                <c:pt idx="2">
                  <c:v>0.197288920888</c:v>
                </c:pt>
                <c:pt idx="3">
                  <c:v>0.196707796073</c:v>
                </c:pt>
                <c:pt idx="4">
                  <c:v>0.217751256616</c:v>
                </c:pt>
                <c:pt idx="5">
                  <c:v>0.148778623614</c:v>
                </c:pt>
                <c:pt idx="6">
                  <c:v>0.24482037812</c:v>
                </c:pt>
                <c:pt idx="7">
                  <c:v>0.147944971866</c:v>
                </c:pt>
                <c:pt idx="8">
                  <c:v>0.158980093699</c:v>
                </c:pt>
                <c:pt idx="9">
                  <c:v>0.16642880395</c:v>
                </c:pt>
                <c:pt idx="10">
                  <c:v>0.233320067289</c:v>
                </c:pt>
                <c:pt idx="11">
                  <c:v>0.155910570127</c:v>
                </c:pt>
                <c:pt idx="12">
                  <c:v>0.216816046303</c:v>
                </c:pt>
                <c:pt idx="13">
                  <c:v>0.211587222795</c:v>
                </c:pt>
                <c:pt idx="14">
                  <c:v>0.162971165963</c:v>
                </c:pt>
                <c:pt idx="15">
                  <c:v>0.0947543829901</c:v>
                </c:pt>
                <c:pt idx="16">
                  <c:v>0.164622991935</c:v>
                </c:pt>
                <c:pt idx="17">
                  <c:v>0.197665426508</c:v>
                </c:pt>
                <c:pt idx="18">
                  <c:v>0.162577049277</c:v>
                </c:pt>
                <c:pt idx="19">
                  <c:v>0.162664543713</c:v>
                </c:pt>
                <c:pt idx="20">
                  <c:v>0.272591250068</c:v>
                </c:pt>
                <c:pt idx="21">
                  <c:v>0.138500282287</c:v>
                </c:pt>
                <c:pt idx="22">
                  <c:v>0.174921122501</c:v>
                </c:pt>
                <c:pt idx="23">
                  <c:v>0.207856293302</c:v>
                </c:pt>
                <c:pt idx="24">
                  <c:v>0.210029244958</c:v>
                </c:pt>
                <c:pt idx="25">
                  <c:v>0.15267938178</c:v>
                </c:pt>
                <c:pt idx="26">
                  <c:v>0.223473726037</c:v>
                </c:pt>
                <c:pt idx="27">
                  <c:v>0.166207379469</c:v>
                </c:pt>
                <c:pt idx="28">
                  <c:v>0.194916970163</c:v>
                </c:pt>
                <c:pt idx="29">
                  <c:v>0.135413155214</c:v>
                </c:pt>
                <c:pt idx="30">
                  <c:v>0.237856711311</c:v>
                </c:pt>
                <c:pt idx="31">
                  <c:v>0.212815378161</c:v>
                </c:pt>
                <c:pt idx="32">
                  <c:v>0.226840066701</c:v>
                </c:pt>
                <c:pt idx="33">
                  <c:v>0.164306720628</c:v>
                </c:pt>
                <c:pt idx="34">
                  <c:v>0.21861045824</c:v>
                </c:pt>
                <c:pt idx="35">
                  <c:v>0.215393723001</c:v>
                </c:pt>
                <c:pt idx="36">
                  <c:v>0.0933030613604</c:v>
                </c:pt>
                <c:pt idx="37">
                  <c:v>0.118854027885</c:v>
                </c:pt>
                <c:pt idx="38">
                  <c:v>0.196894215262</c:v>
                </c:pt>
                <c:pt idx="39">
                  <c:v>0.222844694168</c:v>
                </c:pt>
                <c:pt idx="40">
                  <c:v>0.219199189474</c:v>
                </c:pt>
                <c:pt idx="41">
                  <c:v>0.13002770166</c:v>
                </c:pt>
                <c:pt idx="42">
                  <c:v>0.241963489041</c:v>
                </c:pt>
                <c:pt idx="43">
                  <c:v>0.19755237371</c:v>
                </c:pt>
                <c:pt idx="44">
                  <c:v>0.161742239824</c:v>
                </c:pt>
                <c:pt idx="45">
                  <c:v>0.240771763076</c:v>
                </c:pt>
                <c:pt idx="46">
                  <c:v>0.183572123357</c:v>
                </c:pt>
                <c:pt idx="47">
                  <c:v>0.160649142377</c:v>
                </c:pt>
                <c:pt idx="48">
                  <c:v>0.204985703922</c:v>
                </c:pt>
                <c:pt idx="49">
                  <c:v>0.254597083189</c:v>
                </c:pt>
                <c:pt idx="50">
                  <c:v>0.105587425124</c:v>
                </c:pt>
                <c:pt idx="51">
                  <c:v>0.142396935448</c:v>
                </c:pt>
                <c:pt idx="52">
                  <c:v>0.179609229229</c:v>
                </c:pt>
                <c:pt idx="53">
                  <c:v>0.148119786154</c:v>
                </c:pt>
                <c:pt idx="54">
                  <c:v>0.200070031183</c:v>
                </c:pt>
                <c:pt idx="55">
                  <c:v>0.120435851023</c:v>
                </c:pt>
                <c:pt idx="56">
                  <c:v>0.130684055063</c:v>
                </c:pt>
                <c:pt idx="57">
                  <c:v>0.21691819101</c:v>
                </c:pt>
                <c:pt idx="58">
                  <c:v>0.139724985386</c:v>
                </c:pt>
                <c:pt idx="59">
                  <c:v>0.237174712121</c:v>
                </c:pt>
                <c:pt idx="60">
                  <c:v>0.142040368519</c:v>
                </c:pt>
                <c:pt idx="61">
                  <c:v>0.179318204988</c:v>
                </c:pt>
                <c:pt idx="62">
                  <c:v>0.146310954638</c:v>
                </c:pt>
                <c:pt idx="63">
                  <c:v>0.153531231004</c:v>
                </c:pt>
                <c:pt idx="64">
                  <c:v>0.13942678009</c:v>
                </c:pt>
                <c:pt idx="65">
                  <c:v>0.131447761056</c:v>
                </c:pt>
                <c:pt idx="66">
                  <c:v>0.15035304184</c:v>
                </c:pt>
                <c:pt idx="67">
                  <c:v>0.139467370554</c:v>
                </c:pt>
                <c:pt idx="68">
                  <c:v>0.132466733075</c:v>
                </c:pt>
                <c:pt idx="69">
                  <c:v>0.132323257659</c:v>
                </c:pt>
                <c:pt idx="70">
                  <c:v>0.147473614438</c:v>
                </c:pt>
                <c:pt idx="71">
                  <c:v>0.152599002716</c:v>
                </c:pt>
                <c:pt idx="72">
                  <c:v>0.164570610416</c:v>
                </c:pt>
                <c:pt idx="73">
                  <c:v>0.134784636682</c:v>
                </c:pt>
                <c:pt idx="74">
                  <c:v>0.234541621761</c:v>
                </c:pt>
                <c:pt idx="75">
                  <c:v>0.302791649398</c:v>
                </c:pt>
                <c:pt idx="76">
                  <c:v>0.252231531064</c:v>
                </c:pt>
                <c:pt idx="77">
                  <c:v>0.147899584146</c:v>
                </c:pt>
                <c:pt idx="78">
                  <c:v>0.204817774048</c:v>
                </c:pt>
                <c:pt idx="79">
                  <c:v>0.130681722845</c:v>
                </c:pt>
                <c:pt idx="80">
                  <c:v>0.205607844428</c:v>
                </c:pt>
                <c:pt idx="81">
                  <c:v>0.159384763334</c:v>
                </c:pt>
                <c:pt idx="82">
                  <c:v>0.101171479686</c:v>
                </c:pt>
                <c:pt idx="83">
                  <c:v>0.106046089329</c:v>
                </c:pt>
                <c:pt idx="84">
                  <c:v>0.146854377095</c:v>
                </c:pt>
                <c:pt idx="85">
                  <c:v>0.209740193884</c:v>
                </c:pt>
                <c:pt idx="86">
                  <c:v>0.23061619432</c:v>
                </c:pt>
                <c:pt idx="87">
                  <c:v>0.134614325581</c:v>
                </c:pt>
                <c:pt idx="88">
                  <c:v>0.119979527639</c:v>
                </c:pt>
                <c:pt idx="89">
                  <c:v>0.116361984329</c:v>
                </c:pt>
                <c:pt idx="90">
                  <c:v>0.17646605787</c:v>
                </c:pt>
                <c:pt idx="91">
                  <c:v>0.139896082829</c:v>
                </c:pt>
                <c:pt idx="92">
                  <c:v>0.132927869809</c:v>
                </c:pt>
                <c:pt idx="93">
                  <c:v>0.173414572583</c:v>
                </c:pt>
                <c:pt idx="94">
                  <c:v>0.106817622595</c:v>
                </c:pt>
                <c:pt idx="95">
                  <c:v>0.164581975117</c:v>
                </c:pt>
                <c:pt idx="96">
                  <c:v>0.196233998585</c:v>
                </c:pt>
                <c:pt idx="97">
                  <c:v>0.132175258118</c:v>
                </c:pt>
                <c:pt idx="98">
                  <c:v>0.181789335702</c:v>
                </c:pt>
                <c:pt idx="99">
                  <c:v>0.177902656249</c:v>
                </c:pt>
                <c:pt idx="100">
                  <c:v>0.250916822237</c:v>
                </c:pt>
                <c:pt idx="101">
                  <c:v>0.161689572552</c:v>
                </c:pt>
                <c:pt idx="102">
                  <c:v>0.17920711833</c:v>
                </c:pt>
                <c:pt idx="103">
                  <c:v>0.118793710438</c:v>
                </c:pt>
                <c:pt idx="104">
                  <c:v>0.152945483967</c:v>
                </c:pt>
                <c:pt idx="105">
                  <c:v>0.145327961721</c:v>
                </c:pt>
                <c:pt idx="106">
                  <c:v>0.159642470182</c:v>
                </c:pt>
                <c:pt idx="107">
                  <c:v>0.195296546229</c:v>
                </c:pt>
                <c:pt idx="108">
                  <c:v>0.258764583648</c:v>
                </c:pt>
                <c:pt idx="109">
                  <c:v>0.139676780591</c:v>
                </c:pt>
                <c:pt idx="110">
                  <c:v>0.213253797805</c:v>
                </c:pt>
                <c:pt idx="111">
                  <c:v>0.220376892788</c:v>
                </c:pt>
                <c:pt idx="112">
                  <c:v>0.157537389949</c:v>
                </c:pt>
                <c:pt idx="113">
                  <c:v>0.145392873324</c:v>
                </c:pt>
                <c:pt idx="114">
                  <c:v>0.186384805097</c:v>
                </c:pt>
                <c:pt idx="115">
                  <c:v>0.139576961486</c:v>
                </c:pt>
                <c:pt idx="116">
                  <c:v>0.190449199296</c:v>
                </c:pt>
                <c:pt idx="117">
                  <c:v>0.107381521724</c:v>
                </c:pt>
                <c:pt idx="118">
                  <c:v>0.140116511262</c:v>
                </c:pt>
                <c:pt idx="119">
                  <c:v>0.26410164182</c:v>
                </c:pt>
                <c:pt idx="120">
                  <c:v>0.184981148343</c:v>
                </c:pt>
                <c:pt idx="121">
                  <c:v>0.0925535977903</c:v>
                </c:pt>
                <c:pt idx="122">
                  <c:v>0.101013800528</c:v>
                </c:pt>
                <c:pt idx="123">
                  <c:v>0.0887890199528</c:v>
                </c:pt>
                <c:pt idx="124">
                  <c:v>0.136306210672</c:v>
                </c:pt>
                <c:pt idx="125">
                  <c:v>0.168826104583</c:v>
                </c:pt>
                <c:pt idx="126">
                  <c:v>0.102967050592</c:v>
                </c:pt>
                <c:pt idx="127">
                  <c:v>0.175962867151</c:v>
                </c:pt>
                <c:pt idx="128">
                  <c:v>0.246062971652</c:v>
                </c:pt>
                <c:pt idx="129">
                  <c:v>0.157935960726</c:v>
                </c:pt>
                <c:pt idx="130">
                  <c:v>0.124688628638</c:v>
                </c:pt>
                <c:pt idx="131">
                  <c:v>0.127062636324</c:v>
                </c:pt>
                <c:pt idx="132">
                  <c:v>0.212729601442</c:v>
                </c:pt>
                <c:pt idx="133">
                  <c:v>0.0889842554794</c:v>
                </c:pt>
                <c:pt idx="134">
                  <c:v>0.149630255894</c:v>
                </c:pt>
                <c:pt idx="135">
                  <c:v>0.0936036629589</c:v>
                </c:pt>
                <c:pt idx="136">
                  <c:v>0.131731552456</c:v>
                </c:pt>
                <c:pt idx="137">
                  <c:v>0.123017712132</c:v>
                </c:pt>
                <c:pt idx="138">
                  <c:v>0.0939921304956</c:v>
                </c:pt>
                <c:pt idx="139">
                  <c:v>0.0853321339625</c:v>
                </c:pt>
                <c:pt idx="140">
                  <c:v>0.225147011777</c:v>
                </c:pt>
                <c:pt idx="141">
                  <c:v>0.143355351324</c:v>
                </c:pt>
                <c:pt idx="142">
                  <c:v>0.106295349334</c:v>
                </c:pt>
                <c:pt idx="143">
                  <c:v>0.186291628983</c:v>
                </c:pt>
                <c:pt idx="144">
                  <c:v>0.209398769696</c:v>
                </c:pt>
                <c:pt idx="145">
                  <c:v>0.148803063466</c:v>
                </c:pt>
                <c:pt idx="146">
                  <c:v>0.129158003031</c:v>
                </c:pt>
                <c:pt idx="147">
                  <c:v>0.144340716962</c:v>
                </c:pt>
                <c:pt idx="148">
                  <c:v>0.1607498387</c:v>
                </c:pt>
                <c:pt idx="149">
                  <c:v>0.124709487453</c:v>
                </c:pt>
                <c:pt idx="150">
                  <c:v>0.132446949935</c:v>
                </c:pt>
                <c:pt idx="151">
                  <c:v>0.0762379259935</c:v>
                </c:pt>
                <c:pt idx="152">
                  <c:v>0.267575491453</c:v>
                </c:pt>
                <c:pt idx="153">
                  <c:v>0.15833317781</c:v>
                </c:pt>
                <c:pt idx="154">
                  <c:v>0.147188112562</c:v>
                </c:pt>
                <c:pt idx="155">
                  <c:v>0.145264410354</c:v>
                </c:pt>
                <c:pt idx="156">
                  <c:v>0.165724010295</c:v>
                </c:pt>
                <c:pt idx="157">
                  <c:v>0.173061670147</c:v>
                </c:pt>
                <c:pt idx="158">
                  <c:v>0.139812073877</c:v>
                </c:pt>
                <c:pt idx="159">
                  <c:v>0.184235041566</c:v>
                </c:pt>
                <c:pt idx="160">
                  <c:v>0.26592688486</c:v>
                </c:pt>
                <c:pt idx="161">
                  <c:v>0.255583591449</c:v>
                </c:pt>
                <c:pt idx="162">
                  <c:v>0.133567077836</c:v>
                </c:pt>
                <c:pt idx="163">
                  <c:v>0.152665333403</c:v>
                </c:pt>
                <c:pt idx="164">
                  <c:v>0.224847387522</c:v>
                </c:pt>
                <c:pt idx="165">
                  <c:v>0.124221256807</c:v>
                </c:pt>
                <c:pt idx="166">
                  <c:v>0.138045551382</c:v>
                </c:pt>
                <c:pt idx="167">
                  <c:v>0.123408640442</c:v>
                </c:pt>
                <c:pt idx="168">
                  <c:v>0.208253508772</c:v>
                </c:pt>
                <c:pt idx="169">
                  <c:v>0.110343676004</c:v>
                </c:pt>
                <c:pt idx="170">
                  <c:v>0.0851238504248</c:v>
                </c:pt>
                <c:pt idx="171">
                  <c:v>0.0440104900626</c:v>
                </c:pt>
                <c:pt idx="172">
                  <c:v>0.115106155242</c:v>
                </c:pt>
                <c:pt idx="173">
                  <c:v>0.120818593868</c:v>
                </c:pt>
                <c:pt idx="174">
                  <c:v>0.141173570902</c:v>
                </c:pt>
                <c:pt idx="175">
                  <c:v>0.122308861464</c:v>
                </c:pt>
                <c:pt idx="176">
                  <c:v>0.159390320675</c:v>
                </c:pt>
                <c:pt idx="177">
                  <c:v>0.248328914866</c:v>
                </c:pt>
                <c:pt idx="178">
                  <c:v>0.188607624139</c:v>
                </c:pt>
                <c:pt idx="179">
                  <c:v>0.130856860541</c:v>
                </c:pt>
                <c:pt idx="180">
                  <c:v>0.140350808493</c:v>
                </c:pt>
              </c:numCache>
            </c:numRef>
          </c:yVal>
        </c:ser>
        <c:ser>
          <c:idx val="1"/>
          <c:order val="1"/>
          <c:tx>
            <c:v>Erling Haaland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15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3.65558912387</c:v>
                </c:pt>
              </c:numCache>
            </c:numRef>
          </c:xVal>
          <c:yVal>
            <c:numRef>
              <c:f>'Chart Data'!$D$2:$D$2</c:f>
              <c:numCache>
                <c:formatCode>0.00</c:formatCode>
                <c:ptCount val="1"/>
                <c:pt idx="0">
                  <c:v>0.212815378161</c:v>
                </c:pt>
              </c:numCache>
            </c:numRef>
          </c:yVal>
        </c:ser>
        <c:ser>
          <c:idx val="2"/>
          <c:order val="2"/>
          <c:tx>
            <c:v>Robert Lewandowski</c:v>
          </c:tx>
          <c:spPr>
            <a:solidFill>
              <a:srgbClr val="D99600"/>
            </a:solidFill>
            <a:ln w="0">
              <a:noFill/>
            </a:ln>
          </c:spPr>
          <c:marker>
            <c:symbol val="square"/>
            <c:size val="15"/>
            <c:spPr>
              <a:solidFill>
                <a:srgbClr val="D99600"/>
              </a:solidFill>
              <a:ln w="0">
                <a:noFill/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3.31288343558</c:v>
                </c:pt>
              </c:numCache>
            </c:numRef>
          </c:xVal>
          <c:yVal>
            <c:numRef>
              <c:f>'Chart Data'!$F$2:$F$2</c:f>
              <c:numCache>
                <c:formatCode>0.00</c:formatCode>
                <c:ptCount val="1"/>
                <c:pt idx="0">
                  <c:v>0.23061619432</c:v>
                </c:pt>
              </c:numCache>
            </c:numRef>
          </c:yVal>
        </c:ser>
        <c:ser>
          <c:idx val="3"/>
          <c:order val="3"/>
          <c:tx>
            <c:v>Harry Kane</c:v>
          </c:tx>
          <c:spPr>
            <a:solidFill>
              <a:srgbClr val="713EB8"/>
            </a:solidFill>
            <a:ln w="0">
              <a:noFill/>
            </a:ln>
          </c:spPr>
          <c:marker>
            <c:symbol val="triangle"/>
            <c:size val="15"/>
            <c:spPr>
              <a:solidFill>
                <a:srgbClr val="713EB8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4.07547169811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0.196707796073</c:v>
                </c:pt>
              </c:numCache>
            </c:numRef>
          </c:yVal>
        </c:ser>
        <c:ser>
          <c:idx val="4"/>
          <c:order val="4"/>
          <c:tx>
            <c:v>Nikola Krstovic</c:v>
          </c:tx>
          <c:spPr>
            <a:solidFill>
              <a:srgbClr val="778346"/>
            </a:solidFill>
            <a:ln w="0">
              <a:noFill/>
            </a:ln>
          </c:spPr>
          <c:marker>
            <c:symbol val="diamond"/>
            <c:size val="15"/>
            <c:spPr>
              <a:solidFill>
                <a:srgbClr val="778346"/>
              </a:solidFill>
              <a:ln w="0">
                <a:noFill/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5.00280741157</c:v>
                </c:pt>
              </c:numCache>
            </c:numRef>
          </c:xVal>
          <c:yVal>
            <c:numRef>
              <c:f>'Chart Data'!$J$2:$J$2</c:f>
              <c:numCache>
                <c:formatCode>0.00</c:formatCode>
                <c:ptCount val="1"/>
                <c:pt idx="0">
                  <c:v>0.15833317781</c:v>
                </c:pt>
              </c:numCache>
            </c:numRef>
          </c:yVal>
        </c:ser>
        <c:ser>
          <c:idx val="5"/>
          <c:order val="5"/>
          <c:tx>
            <c:v>Pierre-Emerick Aubameyang</c:v>
          </c:tx>
          <c:spPr>
            <a:solidFill>
              <a:srgbClr val="B7638B"/>
            </a:solidFill>
            <a:ln w="0">
              <a:noFill/>
            </a:ln>
          </c:spPr>
          <c:marker>
            <c:symbol val="plus"/>
            <c:size val="15"/>
            <c:spPr>
              <a:solidFill>
                <a:srgbClr val="B7638B"/>
              </a:solidFill>
              <a:ln w="0">
                <a:noFill/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2.60366441659</c:v>
                </c:pt>
              </c:numCache>
            </c:numRef>
          </c:xVal>
          <c:yVal>
            <c:numRef>
              <c:f>'Chart Data'!$L$2:$L$2</c:f>
              <c:numCache>
                <c:formatCode>0.00</c:formatCode>
                <c:ptCount val="1"/>
                <c:pt idx="0">
                  <c:v>0.258764583648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3"/>
          <c:min val="0"/>
        </c:scaling>
        <c:delete val="0"/>
        <c:axPos val="l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xG / shot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.5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shots / 90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Hugo Ekitike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15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3.18801089918</c:v>
                </c:pt>
              </c:numCache>
            </c:numRef>
          </c:xVal>
          <c:yVal>
            <c:numRef>
              <c:f>'Chart Data'!$B$2:$B$2</c:f>
              <c:numCache>
                <c:formatCode>0.00</c:formatCode>
                <c:ptCount val="1"/>
                <c:pt idx="0">
                  <c:v>0.183572123357</c:v>
                </c:pt>
              </c:numCache>
            </c:numRef>
          </c:yVal>
        </c:ser>
        <c:ser>
          <c:idx val="1"/>
          <c:order val="1"/>
          <c:tx>
            <c:v>Ante Budimir</c:v>
          </c:tx>
          <c:spPr>
            <a:solidFill>
              <a:srgbClr val="C46A32"/>
            </a:solidFill>
            <a:ln w="0">
              <a:noFill/>
            </a:ln>
          </c:spPr>
          <c:marker>
            <c:symbol val="square"/>
            <c:size val="15"/>
            <c:spPr>
              <a:solidFill>
                <a:srgbClr val="C46A32"/>
              </a:solidFill>
              <a:ln w="0">
                <a:noFill/>
              </a:ln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2.85475792988</c:v>
                </c:pt>
              </c:numCache>
            </c:numRef>
          </c:xVal>
          <c:yVal>
            <c:numRef>
              <c:f>'Chart Data'!$D$2:$D$2</c:f>
              <c:numCache>
                <c:formatCode>0.00</c:formatCode>
                <c:ptCount val="1"/>
                <c:pt idx="0">
                  <c:v>0.13942678009</c:v>
                </c:pt>
              </c:numCache>
            </c:numRef>
          </c:yVal>
        </c:ser>
        <c:ser>
          <c:idx val="2"/>
          <c:order val="2"/>
          <c:tx>
            <c:v>Rasmus Højlund</c:v>
          </c:tx>
          <c:spPr>
            <a:solidFill>
              <a:srgbClr val="778346"/>
            </a:solidFill>
            <a:ln w="0">
              <a:noFill/>
            </a:ln>
          </c:spPr>
          <c:marker>
            <c:symbol val="triangle"/>
            <c:size val="15"/>
            <c:spPr>
              <a:solidFill>
                <a:srgbClr val="778346"/>
              </a:solidFill>
              <a:ln w="0">
                <a:noFill/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1.90732758621</c:v>
                </c:pt>
              </c:numCache>
            </c:numRef>
          </c:xVal>
          <c:yVal>
            <c:numRef>
              <c:f>'Chart Data'!$F$2:$F$2</c:f>
              <c:numCache>
                <c:formatCode>0.00</c:formatCode>
                <c:ptCount val="1"/>
                <c:pt idx="0">
                  <c:v>0.212729601442</c:v>
                </c:pt>
              </c:numCache>
            </c:numRef>
          </c:yVal>
        </c:ser>
        <c:ser>
          <c:idx val="3"/>
          <c:order val="3"/>
          <c:tx>
            <c:v>Mateo Pellegrino</c:v>
          </c:tx>
          <c:spPr>
            <a:solidFill>
              <a:srgbClr val="B7638B"/>
            </a:solidFill>
            <a:ln w="0">
              <a:noFill/>
            </a:ln>
          </c:spPr>
          <c:marker>
            <c:symbol val="diamond"/>
            <c:size val="15"/>
            <c:spPr>
              <a:solidFill>
                <a:srgbClr val="B7638B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2.15139442231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0.127062636324</c:v>
                </c:pt>
              </c:numCache>
            </c:numRef>
          </c:yVal>
        </c:ser>
        <c:ser>
          <c:idx val="4"/>
          <c:order val="4"/>
          <c:tx>
            <c:v>Volume median</c:v>
          </c:tx>
          <c:spPr>
            <a:ln w="9525">
              <a:solidFill>
                <a:srgbClr val="9A9FA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2.46484085862</c:v>
                </c:pt>
                <c:pt idx="1">
                  <c:v>2.46484085862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</c:v>
                </c:pt>
                <c:pt idx="1">
                  <c:v>0.27</c:v>
                </c:pt>
              </c:numCache>
            </c:numRef>
          </c:yVal>
        </c:ser>
        <c:ser>
          <c:idx val="5"/>
          <c:order val="5"/>
          <c:tx>
            <c:v>Quality median</c:v>
          </c:tx>
          <c:spPr>
            <a:ln w="9525">
              <a:solidFill>
                <a:srgbClr val="9A9FA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3.6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0.157935960726</c:v>
                </c:pt>
                <c:pt idx="1">
                  <c:v>0.157935960726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7"/>
          <c:min val="0"/>
        </c:scaling>
        <c:delete val="0"/>
        <c:axPos val="l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xG / shot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3.6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shots / 90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Premier League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Data'!$A$2:$A$34</c:f>
              <c:numCache>
                <c:formatCode>General</c:formatCode>
                <c:ptCount val="33"/>
                <c:pt idx="0">
                  <c:v>0.237856711311</c:v>
                </c:pt>
                <c:pt idx="1">
                  <c:v>0.212815378161</c:v>
                </c:pt>
                <c:pt idx="2">
                  <c:v>0.226840066701</c:v>
                </c:pt>
                <c:pt idx="3">
                  <c:v>0.164306720628</c:v>
                </c:pt>
                <c:pt idx="4">
                  <c:v>0.21861045824</c:v>
                </c:pt>
                <c:pt idx="5">
                  <c:v>0.215393723001</c:v>
                </c:pt>
                <c:pt idx="6">
                  <c:v>0.0933030613604</c:v>
                </c:pt>
                <c:pt idx="7">
                  <c:v>0.118854027885</c:v>
                </c:pt>
                <c:pt idx="8">
                  <c:v>0.196894215262</c:v>
                </c:pt>
                <c:pt idx="9">
                  <c:v>0.222844694168</c:v>
                </c:pt>
                <c:pt idx="10">
                  <c:v>0.219199189474</c:v>
                </c:pt>
                <c:pt idx="11">
                  <c:v>0.13002770166</c:v>
                </c:pt>
                <c:pt idx="12">
                  <c:v>0.241963489041</c:v>
                </c:pt>
                <c:pt idx="13">
                  <c:v>0.19755237371</c:v>
                </c:pt>
                <c:pt idx="14">
                  <c:v>0.161742239824</c:v>
                </c:pt>
                <c:pt idx="15">
                  <c:v>0.240771763076</c:v>
                </c:pt>
                <c:pt idx="16">
                  <c:v>0.183572123357</c:v>
                </c:pt>
                <c:pt idx="17">
                  <c:v>0.160649142377</c:v>
                </c:pt>
                <c:pt idx="18">
                  <c:v>0.204985703922</c:v>
                </c:pt>
                <c:pt idx="19">
                  <c:v>0.254597083189</c:v>
                </c:pt>
                <c:pt idx="20">
                  <c:v>0.105587425124</c:v>
                </c:pt>
                <c:pt idx="21">
                  <c:v>0.142396935448</c:v>
                </c:pt>
                <c:pt idx="22">
                  <c:v>0.179609229229</c:v>
                </c:pt>
                <c:pt idx="23">
                  <c:v>0.148119786154</c:v>
                </c:pt>
                <c:pt idx="24">
                  <c:v>0.200070031183</c:v>
                </c:pt>
                <c:pt idx="25">
                  <c:v>0.120435851023</c:v>
                </c:pt>
                <c:pt idx="26">
                  <c:v>0.130684055063</c:v>
                </c:pt>
                <c:pt idx="27">
                  <c:v>0.21691819101</c:v>
                </c:pt>
                <c:pt idx="28">
                  <c:v>0.139724985386</c:v>
                </c:pt>
                <c:pt idx="29">
                  <c:v>0.237174712121</c:v>
                </c:pt>
                <c:pt idx="30">
                  <c:v>0.142040368519</c:v>
                </c:pt>
                <c:pt idx="31">
                  <c:v>0.179318204988</c:v>
                </c:pt>
                <c:pt idx="32">
                  <c:v>0.146310954638</c:v>
                </c:pt>
              </c:numCache>
            </c:numRef>
          </c:xVal>
          <c:yVal>
            <c:numRef>
              <c:f>'Chart Data'!$B$2:$B$34</c:f>
              <c:numCache>
                <c:formatCode>0%</c:formatCode>
                <c:ptCount val="33"/>
                <c:pt idx="0">
                  <c:v>0.186666666667</c:v>
                </c:pt>
                <c:pt idx="1">
                  <c:v>0.198347107438</c:v>
                </c:pt>
                <c:pt idx="2">
                  <c:v>0.192771084337</c:v>
                </c:pt>
                <c:pt idx="3">
                  <c:v>0.0833333333333</c:v>
                </c:pt>
                <c:pt idx="4">
                  <c:v>0.147058823529</c:v>
                </c:pt>
                <c:pt idx="5">
                  <c:v>0.205479452055</c:v>
                </c:pt>
                <c:pt idx="6">
                  <c:v>0.0724637681159</c:v>
                </c:pt>
                <c:pt idx="7">
                  <c:v>0.0714285714286</c:v>
                </c:pt>
                <c:pt idx="8">
                  <c:v>0.22641509434</c:v>
                </c:pt>
                <c:pt idx="9">
                  <c:v>0.211538461538</c:v>
                </c:pt>
                <c:pt idx="10">
                  <c:v>0.135593220339</c:v>
                </c:pt>
                <c:pt idx="11">
                  <c:v>0.0724637681159</c:v>
                </c:pt>
                <c:pt idx="12">
                  <c:v>0.225806451613</c:v>
                </c:pt>
                <c:pt idx="13">
                  <c:v>0.194444444444</c:v>
                </c:pt>
                <c:pt idx="14">
                  <c:v>0.180327868852</c:v>
                </c:pt>
                <c:pt idx="15">
                  <c:v>0.210526315789</c:v>
                </c:pt>
                <c:pt idx="16">
                  <c:v>0.169230769231</c:v>
                </c:pt>
                <c:pt idx="17">
                  <c:v>0.18</c:v>
                </c:pt>
                <c:pt idx="18">
                  <c:v>0.180327868852</c:v>
                </c:pt>
                <c:pt idx="19">
                  <c:v>0.209302325581</c:v>
                </c:pt>
                <c:pt idx="20">
                  <c:v>0.0555555555556</c:v>
                </c:pt>
                <c:pt idx="21">
                  <c:v>0.12</c:v>
                </c:pt>
                <c:pt idx="22">
                  <c:v>0.15</c:v>
                </c:pt>
                <c:pt idx="23">
                  <c:v>0.0666666666667</c:v>
                </c:pt>
                <c:pt idx="24">
                  <c:v>0.184210526316</c:v>
                </c:pt>
                <c:pt idx="25">
                  <c:v>0.0588235294118</c:v>
                </c:pt>
                <c:pt idx="26">
                  <c:v>0.139534883721</c:v>
                </c:pt>
                <c:pt idx="27">
                  <c:v>0.148148148148</c:v>
                </c:pt>
                <c:pt idx="28">
                  <c:v>0.0277777777778</c:v>
                </c:pt>
                <c:pt idx="29">
                  <c:v>0.181818181818</c:v>
                </c:pt>
                <c:pt idx="30">
                  <c:v>0.03125</c:v>
                </c:pt>
                <c:pt idx="31">
                  <c:v>0.15</c:v>
                </c:pt>
                <c:pt idx="32">
                  <c:v>0.130434782609</c:v>
                </c:pt>
              </c:numCache>
            </c:numRef>
          </c:yVal>
        </c:ser>
        <c:ser>
          <c:idx val="1"/>
          <c:order val="1"/>
          <c:tx>
            <c:v>La Liga</c:v>
          </c:tx>
          <c:spPr>
            <a:solidFill>
              <a:srgbClr val="D99600"/>
            </a:solidFill>
            <a:ln w="0">
              <a:noFill/>
            </a:ln>
          </c:spPr>
          <c:marker>
            <c:symbol val="square"/>
            <c:size val="7"/>
            <c:spPr>
              <a:solidFill>
                <a:srgbClr val="D99600"/>
              </a:solidFill>
              <a:ln w="0">
                <a:noFill/>
              </a:ln>
            </c:spPr>
          </c:marker>
          <c:xVal>
            <c:numRef>
              <c:f>'Chart Data'!$C$2:$C$39</c:f>
              <c:numCache>
                <c:formatCode>General</c:formatCode>
                <c:ptCount val="38"/>
                <c:pt idx="0">
                  <c:v>0.153531231004</c:v>
                </c:pt>
                <c:pt idx="1">
                  <c:v>0.13942678009</c:v>
                </c:pt>
                <c:pt idx="2">
                  <c:v>0.131447761056</c:v>
                </c:pt>
                <c:pt idx="3">
                  <c:v>0.15035304184</c:v>
                </c:pt>
                <c:pt idx="4">
                  <c:v>0.139467370554</c:v>
                </c:pt>
                <c:pt idx="5">
                  <c:v>0.132466733075</c:v>
                </c:pt>
                <c:pt idx="6">
                  <c:v>0.132323257659</c:v>
                </c:pt>
                <c:pt idx="7">
                  <c:v>0.147473614438</c:v>
                </c:pt>
                <c:pt idx="8">
                  <c:v>0.152599002716</c:v>
                </c:pt>
                <c:pt idx="9">
                  <c:v>0.164570610416</c:v>
                </c:pt>
                <c:pt idx="10">
                  <c:v>0.134784636682</c:v>
                </c:pt>
                <c:pt idx="11">
                  <c:v>0.234541621761</c:v>
                </c:pt>
                <c:pt idx="12">
                  <c:v>0.302791649398</c:v>
                </c:pt>
                <c:pt idx="13">
                  <c:v>0.252231531064</c:v>
                </c:pt>
                <c:pt idx="14">
                  <c:v>0.147899584146</c:v>
                </c:pt>
                <c:pt idx="15">
                  <c:v>0.204817774048</c:v>
                </c:pt>
                <c:pt idx="16">
                  <c:v>0.130681722845</c:v>
                </c:pt>
                <c:pt idx="17">
                  <c:v>0.205607844428</c:v>
                </c:pt>
                <c:pt idx="18">
                  <c:v>0.159384763334</c:v>
                </c:pt>
                <c:pt idx="19">
                  <c:v>0.101171479686</c:v>
                </c:pt>
                <c:pt idx="20">
                  <c:v>0.106046089329</c:v>
                </c:pt>
                <c:pt idx="21">
                  <c:v>0.146854377095</c:v>
                </c:pt>
                <c:pt idx="22">
                  <c:v>0.209740193884</c:v>
                </c:pt>
                <c:pt idx="23">
                  <c:v>0.23061619432</c:v>
                </c:pt>
                <c:pt idx="24">
                  <c:v>0.134614325581</c:v>
                </c:pt>
                <c:pt idx="25">
                  <c:v>0.119979527639</c:v>
                </c:pt>
                <c:pt idx="26">
                  <c:v>0.116361984329</c:v>
                </c:pt>
                <c:pt idx="27">
                  <c:v>0.17646605787</c:v>
                </c:pt>
                <c:pt idx="28">
                  <c:v>0.139896082829</c:v>
                </c:pt>
                <c:pt idx="29">
                  <c:v>0.132927869809</c:v>
                </c:pt>
                <c:pt idx="30">
                  <c:v>0.173414572583</c:v>
                </c:pt>
                <c:pt idx="31">
                  <c:v>0.106817622595</c:v>
                </c:pt>
                <c:pt idx="32">
                  <c:v>0.164581975117</c:v>
                </c:pt>
                <c:pt idx="33">
                  <c:v>0.196233998585</c:v>
                </c:pt>
                <c:pt idx="34">
                  <c:v>0.132175258118</c:v>
                </c:pt>
                <c:pt idx="35">
                  <c:v>0.181789335702</c:v>
                </c:pt>
                <c:pt idx="36">
                  <c:v>0.177902656249</c:v>
                </c:pt>
                <c:pt idx="37">
                  <c:v>0.250916822237</c:v>
                </c:pt>
              </c:numCache>
            </c:numRef>
          </c:xVal>
          <c:yVal>
            <c:numRef>
              <c:f>'Chart Data'!$D$2:$D$39</c:f>
              <c:numCache>
                <c:formatCode>0%</c:formatCode>
                <c:ptCount val="38"/>
                <c:pt idx="0">
                  <c:v>0.168224299065</c:v>
                </c:pt>
                <c:pt idx="1">
                  <c:v>0.115789473684</c:v>
                </c:pt>
                <c:pt idx="2">
                  <c:v>0.141304347826</c:v>
                </c:pt>
                <c:pt idx="3">
                  <c:v>0.111111111111</c:v>
                </c:pt>
                <c:pt idx="4">
                  <c:v>0.124087591241</c:v>
                </c:pt>
                <c:pt idx="5">
                  <c:v>0.113636363636</c:v>
                </c:pt>
                <c:pt idx="6">
                  <c:v>0.10843373494</c:v>
                </c:pt>
                <c:pt idx="7">
                  <c:v>0.103448275862</c:v>
                </c:pt>
                <c:pt idx="8">
                  <c:v>0.120689655172</c:v>
                </c:pt>
                <c:pt idx="9">
                  <c:v>0.0945945945946</c:v>
                </c:pt>
                <c:pt idx="10">
                  <c:v>0.120689655172</c:v>
                </c:pt>
                <c:pt idx="11">
                  <c:v>0.231884057971</c:v>
                </c:pt>
                <c:pt idx="12">
                  <c:v>0.25</c:v>
                </c:pt>
                <c:pt idx="13">
                  <c:v>0.264705882353</c:v>
                </c:pt>
                <c:pt idx="14">
                  <c:v>0.133333333333</c:v>
                </c:pt>
                <c:pt idx="15">
                  <c:v>0.191176470588</c:v>
                </c:pt>
                <c:pt idx="16">
                  <c:v>0.117647058824</c:v>
                </c:pt>
                <c:pt idx="17">
                  <c:v>0.238095238095</c:v>
                </c:pt>
                <c:pt idx="18">
                  <c:v>0.12962962963</c:v>
                </c:pt>
                <c:pt idx="19">
                  <c:v>0.10447761194</c:v>
                </c:pt>
                <c:pt idx="20">
                  <c:v>0.115384615385</c:v>
                </c:pt>
                <c:pt idx="21">
                  <c:v>0.120689655172</c:v>
                </c:pt>
                <c:pt idx="22">
                  <c:v>0.142857142857</c:v>
                </c:pt>
                <c:pt idx="23">
                  <c:v>0.216666666667</c:v>
                </c:pt>
                <c:pt idx="24">
                  <c:v>0.171428571429</c:v>
                </c:pt>
                <c:pt idx="25">
                  <c:v>0.1</c:v>
                </c:pt>
                <c:pt idx="26">
                  <c:v>0.0540540540541</c:v>
                </c:pt>
                <c:pt idx="27">
                  <c:v>0.148936170213</c:v>
                </c:pt>
                <c:pt idx="28">
                  <c:v>0.0294117647059</c:v>
                </c:pt>
                <c:pt idx="29">
                  <c:v>0.194444444444</c:v>
                </c:pt>
                <c:pt idx="30">
                  <c:v>0.19298245614</c:v>
                </c:pt>
                <c:pt idx="31">
                  <c:v>0.12</c:v>
                </c:pt>
                <c:pt idx="32">
                  <c:v>0.16</c:v>
                </c:pt>
                <c:pt idx="33">
                  <c:v>0.285714285714</c:v>
                </c:pt>
                <c:pt idx="34">
                  <c:v>0.0869565217391</c:v>
                </c:pt>
                <c:pt idx="35">
                  <c:v>0.133333333333</c:v>
                </c:pt>
                <c:pt idx="36">
                  <c:v>0.179487179487</c:v>
                </c:pt>
                <c:pt idx="37">
                  <c:v>0.285714285714</c:v>
                </c:pt>
              </c:numCache>
            </c:numRef>
          </c:yVal>
        </c:ser>
        <c:ser>
          <c:idx val="2"/>
          <c:order val="2"/>
          <c:tx>
            <c:v>Bundesliga</c:v>
          </c:tx>
          <c:spPr>
            <a:solidFill>
              <a:srgbClr val="713EB8"/>
            </a:solidFill>
            <a:ln w="0">
              <a:noFill/>
            </a:ln>
          </c:spPr>
          <c:marker>
            <c:symbol val="triangle"/>
            <c:size val="7"/>
            <c:spPr>
              <a:solidFill>
                <a:srgbClr val="713EB8"/>
              </a:solidFill>
              <a:ln w="0">
                <a:noFill/>
              </a:ln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0.130203097714</c:v>
                </c:pt>
                <c:pt idx="1">
                  <c:v>0.114690831921</c:v>
                </c:pt>
                <c:pt idx="2">
                  <c:v>0.197288920888</c:v>
                </c:pt>
                <c:pt idx="3">
                  <c:v>0.196707796073</c:v>
                </c:pt>
                <c:pt idx="4">
                  <c:v>0.217751256616</c:v>
                </c:pt>
                <c:pt idx="5">
                  <c:v>0.148778623614</c:v>
                </c:pt>
                <c:pt idx="6">
                  <c:v>0.24482037812</c:v>
                </c:pt>
                <c:pt idx="7">
                  <c:v>0.147944971866</c:v>
                </c:pt>
                <c:pt idx="8">
                  <c:v>0.158980093699</c:v>
                </c:pt>
                <c:pt idx="9">
                  <c:v>0.16642880395</c:v>
                </c:pt>
                <c:pt idx="10">
                  <c:v>0.233320067289</c:v>
                </c:pt>
                <c:pt idx="11">
                  <c:v>0.155910570127</c:v>
                </c:pt>
                <c:pt idx="12">
                  <c:v>0.216816046303</c:v>
                </c:pt>
                <c:pt idx="13">
                  <c:v>0.211587222795</c:v>
                </c:pt>
                <c:pt idx="14">
                  <c:v>0.162971165963</c:v>
                </c:pt>
                <c:pt idx="15">
                  <c:v>0.0947543829901</c:v>
                </c:pt>
                <c:pt idx="16">
                  <c:v>0.164622991935</c:v>
                </c:pt>
                <c:pt idx="17">
                  <c:v>0.197665426508</c:v>
                </c:pt>
                <c:pt idx="18">
                  <c:v>0.162577049277</c:v>
                </c:pt>
                <c:pt idx="19">
                  <c:v>0.162664543713</c:v>
                </c:pt>
                <c:pt idx="20">
                  <c:v>0.272591250068</c:v>
                </c:pt>
                <c:pt idx="21">
                  <c:v>0.138500282287</c:v>
                </c:pt>
                <c:pt idx="22">
                  <c:v>0.174921122501</c:v>
                </c:pt>
                <c:pt idx="23">
                  <c:v>0.207856293302</c:v>
                </c:pt>
                <c:pt idx="24">
                  <c:v>0.210029244958</c:v>
                </c:pt>
                <c:pt idx="25">
                  <c:v>0.15267938178</c:v>
                </c:pt>
                <c:pt idx="26">
                  <c:v>0.223473726037</c:v>
                </c:pt>
                <c:pt idx="27">
                  <c:v>0.166207379469</c:v>
                </c:pt>
                <c:pt idx="28">
                  <c:v>0.194916970163</c:v>
                </c:pt>
                <c:pt idx="29">
                  <c:v>0.135413155214</c:v>
                </c:pt>
              </c:numCache>
            </c:numRef>
          </c:xVal>
          <c:yVal>
            <c:numRef>
              <c:f>'Chart Data'!$F$2:$F$31</c:f>
              <c:numCache>
                <c:formatCode>0%</c:formatCode>
                <c:ptCount val="30"/>
                <c:pt idx="0">
                  <c:v>0.13698630137</c:v>
                </c:pt>
                <c:pt idx="1">
                  <c:v>0.078125</c:v>
                </c:pt>
                <c:pt idx="2">
                  <c:v>0.2</c:v>
                </c:pt>
                <c:pt idx="3">
                  <c:v>0.240740740741</c:v>
                </c:pt>
                <c:pt idx="4">
                  <c:v>0.197530864198</c:v>
                </c:pt>
                <c:pt idx="5">
                  <c:v>0.154471544715</c:v>
                </c:pt>
                <c:pt idx="6">
                  <c:v>0.145161290323</c:v>
                </c:pt>
                <c:pt idx="7">
                  <c:v>0.0714285714286</c:v>
                </c:pt>
                <c:pt idx="8">
                  <c:v>0.0909090909091</c:v>
                </c:pt>
                <c:pt idx="9">
                  <c:v>0.134615384615</c:v>
                </c:pt>
                <c:pt idx="10">
                  <c:v>0.179104477612</c:v>
                </c:pt>
                <c:pt idx="11">
                  <c:v>0.118644067797</c:v>
                </c:pt>
                <c:pt idx="12">
                  <c:v>0.12</c:v>
                </c:pt>
                <c:pt idx="13">
                  <c:v>0.134615384615</c:v>
                </c:pt>
                <c:pt idx="14">
                  <c:v>0.0967741935484</c:v>
                </c:pt>
                <c:pt idx="15">
                  <c:v>0.119047619048</c:v>
                </c:pt>
                <c:pt idx="16">
                  <c:v>0.204081632653</c:v>
                </c:pt>
                <c:pt idx="17">
                  <c:v>0.275</c:v>
                </c:pt>
                <c:pt idx="18">
                  <c:v>0.156862745098</c:v>
                </c:pt>
                <c:pt idx="19">
                  <c:v>0.2</c:v>
                </c:pt>
                <c:pt idx="20">
                  <c:v>0.243243243243</c:v>
                </c:pt>
                <c:pt idx="21">
                  <c:v>0.0909090909091</c:v>
                </c:pt>
                <c:pt idx="22">
                  <c:v>0.108695652174</c:v>
                </c:pt>
                <c:pt idx="23">
                  <c:v>0.214285714286</c:v>
                </c:pt>
                <c:pt idx="24">
                  <c:v>0.2</c:v>
                </c:pt>
                <c:pt idx="25">
                  <c:v>0.12</c:v>
                </c:pt>
                <c:pt idx="26">
                  <c:v>0.210526315789</c:v>
                </c:pt>
                <c:pt idx="27">
                  <c:v>0.103448275862</c:v>
                </c:pt>
                <c:pt idx="28">
                  <c:v>0.178571428571</c:v>
                </c:pt>
                <c:pt idx="29">
                  <c:v>0.0454545454545</c:v>
                </c:pt>
              </c:numCache>
            </c:numRef>
          </c:yVal>
        </c:ser>
        <c:ser>
          <c:idx val="3"/>
          <c:order val="3"/>
          <c:tx>
            <c:v>Serie A</c:v>
          </c:tx>
          <c:spPr>
            <a:solidFill>
              <a:srgbClr val="778346"/>
            </a:solidFill>
            <a:ln w="0">
              <a:noFill/>
            </a:ln>
          </c:spPr>
          <c:marker>
            <c:symbol val="diamond"/>
            <c:size val="7"/>
            <c:spPr>
              <a:solidFill>
                <a:srgbClr val="778346"/>
              </a:solidFill>
              <a:ln w="0">
                <a:noFill/>
              </a:ln>
            </c:spPr>
          </c:marker>
          <c:xVal>
            <c:numRef>
              <c:f>'Chart Data'!$G$2:$G$51</c:f>
              <c:numCache>
                <c:formatCode>General</c:formatCode>
                <c:ptCount val="50"/>
                <c:pt idx="0">
                  <c:v>0.127062636324</c:v>
                </c:pt>
                <c:pt idx="1">
                  <c:v>0.212729601442</c:v>
                </c:pt>
                <c:pt idx="2">
                  <c:v>0.0889842554794</c:v>
                </c:pt>
                <c:pt idx="3">
                  <c:v>0.149630255894</c:v>
                </c:pt>
                <c:pt idx="4">
                  <c:v>0.0936036629589</c:v>
                </c:pt>
                <c:pt idx="5">
                  <c:v>0.131731552456</c:v>
                </c:pt>
                <c:pt idx="6">
                  <c:v>0.123017712132</c:v>
                </c:pt>
                <c:pt idx="7">
                  <c:v>0.0939921304956</c:v>
                </c:pt>
                <c:pt idx="8">
                  <c:v>0.0853321339625</c:v>
                </c:pt>
                <c:pt idx="9">
                  <c:v>0.225147011777</c:v>
                </c:pt>
                <c:pt idx="10">
                  <c:v>0.143355351324</c:v>
                </c:pt>
                <c:pt idx="11">
                  <c:v>0.106295349334</c:v>
                </c:pt>
                <c:pt idx="12">
                  <c:v>0.186291628983</c:v>
                </c:pt>
                <c:pt idx="13">
                  <c:v>0.209398769696</c:v>
                </c:pt>
                <c:pt idx="14">
                  <c:v>0.148803063466</c:v>
                </c:pt>
                <c:pt idx="15">
                  <c:v>0.129158003031</c:v>
                </c:pt>
                <c:pt idx="16">
                  <c:v>0.144340716962</c:v>
                </c:pt>
                <c:pt idx="17">
                  <c:v>0.1607498387</c:v>
                </c:pt>
                <c:pt idx="18">
                  <c:v>0.124709487453</c:v>
                </c:pt>
                <c:pt idx="19">
                  <c:v>0.132446949935</c:v>
                </c:pt>
                <c:pt idx="20">
                  <c:v>0.0762379259935</c:v>
                </c:pt>
                <c:pt idx="21">
                  <c:v>0.267575491453</c:v>
                </c:pt>
                <c:pt idx="22">
                  <c:v>0.15833317781</c:v>
                </c:pt>
                <c:pt idx="23">
                  <c:v>0.147188112562</c:v>
                </c:pt>
                <c:pt idx="24">
                  <c:v>0.145264410354</c:v>
                </c:pt>
                <c:pt idx="25">
                  <c:v>0.165724010295</c:v>
                </c:pt>
                <c:pt idx="26">
                  <c:v>0.173061670147</c:v>
                </c:pt>
                <c:pt idx="27">
                  <c:v>0.139812073877</c:v>
                </c:pt>
                <c:pt idx="28">
                  <c:v>0.184235041566</c:v>
                </c:pt>
                <c:pt idx="29">
                  <c:v>0.26592688486</c:v>
                </c:pt>
                <c:pt idx="30">
                  <c:v>0.255583591449</c:v>
                </c:pt>
                <c:pt idx="31">
                  <c:v>0.133567077836</c:v>
                </c:pt>
                <c:pt idx="32">
                  <c:v>0.152665333403</c:v>
                </c:pt>
                <c:pt idx="33">
                  <c:v>0.224847387522</c:v>
                </c:pt>
                <c:pt idx="34">
                  <c:v>0.124221256807</c:v>
                </c:pt>
                <c:pt idx="35">
                  <c:v>0.138045551382</c:v>
                </c:pt>
                <c:pt idx="36">
                  <c:v>0.123408640442</c:v>
                </c:pt>
                <c:pt idx="37">
                  <c:v>0.208253508772</c:v>
                </c:pt>
                <c:pt idx="38">
                  <c:v>0.110343676004</c:v>
                </c:pt>
                <c:pt idx="39">
                  <c:v>0.0851238504248</c:v>
                </c:pt>
                <c:pt idx="40">
                  <c:v>0.0440104900626</c:v>
                </c:pt>
                <c:pt idx="41">
                  <c:v>0.115106155242</c:v>
                </c:pt>
                <c:pt idx="42">
                  <c:v>0.120818593868</c:v>
                </c:pt>
                <c:pt idx="43">
                  <c:v>0.141173570902</c:v>
                </c:pt>
                <c:pt idx="44">
                  <c:v>0.122308861464</c:v>
                </c:pt>
                <c:pt idx="45">
                  <c:v>0.159390320675</c:v>
                </c:pt>
                <c:pt idx="46">
                  <c:v>0.248328914866</c:v>
                </c:pt>
                <c:pt idx="47">
                  <c:v>0.188607624139</c:v>
                </c:pt>
                <c:pt idx="48">
                  <c:v>0.130856860541</c:v>
                </c:pt>
                <c:pt idx="49">
                  <c:v>0.140350808493</c:v>
                </c:pt>
              </c:numCache>
            </c:numRef>
          </c:xVal>
          <c:yVal>
            <c:numRef>
              <c:f>'Chart Data'!$H$2:$H$51</c:f>
              <c:numCache>
                <c:formatCode>0%</c:formatCode>
                <c:ptCount val="50"/>
                <c:pt idx="0">
                  <c:v>0.111111111111</c:v>
                </c:pt>
                <c:pt idx="1">
                  <c:v>0.203389830508</c:v>
                </c:pt>
                <c:pt idx="2">
                  <c:v>0.107142857143</c:v>
                </c:pt>
                <c:pt idx="3">
                  <c:v>0.125</c:v>
                </c:pt>
                <c:pt idx="4">
                  <c:v>0.0972222222222</c:v>
                </c:pt>
                <c:pt idx="5">
                  <c:v>0.111111111111</c:v>
                </c:pt>
                <c:pt idx="6">
                  <c:v>0.09375</c:v>
                </c:pt>
                <c:pt idx="7">
                  <c:v>0.1</c:v>
                </c:pt>
                <c:pt idx="8">
                  <c:v>0.0694444444444</c:v>
                </c:pt>
                <c:pt idx="9">
                  <c:v>0.203125</c:v>
                </c:pt>
                <c:pt idx="10">
                  <c:v>0.141025641026</c:v>
                </c:pt>
                <c:pt idx="11">
                  <c:v>0.0769230769231</c:v>
                </c:pt>
                <c:pt idx="12">
                  <c:v>0.184782608696</c:v>
                </c:pt>
                <c:pt idx="13">
                  <c:v>0.233333333333</c:v>
                </c:pt>
                <c:pt idx="14">
                  <c:v>0.130434782609</c:v>
                </c:pt>
                <c:pt idx="15">
                  <c:v>0.0602409638554</c:v>
                </c:pt>
                <c:pt idx="16">
                  <c:v>0.0625</c:v>
                </c:pt>
                <c:pt idx="17">
                  <c:v>0.175675675676</c:v>
                </c:pt>
                <c:pt idx="18">
                  <c:v>0.11320754717</c:v>
                </c:pt>
                <c:pt idx="19">
                  <c:v>0.114754098361</c:v>
                </c:pt>
                <c:pt idx="20">
                  <c:v>0.0535714285714</c:v>
                </c:pt>
                <c:pt idx="21">
                  <c:v>0.15</c:v>
                </c:pt>
                <c:pt idx="22">
                  <c:v>0.10101010101</c:v>
                </c:pt>
                <c:pt idx="23">
                  <c:v>0.09375</c:v>
                </c:pt>
                <c:pt idx="24">
                  <c:v>0.0851063829787</c:v>
                </c:pt>
                <c:pt idx="25">
                  <c:v>0.150943396226</c:v>
                </c:pt>
                <c:pt idx="26">
                  <c:v>0.122807017544</c:v>
                </c:pt>
                <c:pt idx="27">
                  <c:v>0.0555555555556</c:v>
                </c:pt>
                <c:pt idx="28">
                  <c:v>0.166666666667</c:v>
                </c:pt>
                <c:pt idx="29">
                  <c:v>0.1</c:v>
                </c:pt>
                <c:pt idx="30">
                  <c:v>0.0833333333333</c:v>
                </c:pt>
                <c:pt idx="31">
                  <c:v>0.145454545455</c:v>
                </c:pt>
                <c:pt idx="32">
                  <c:v>0.166666666667</c:v>
                </c:pt>
                <c:pt idx="33">
                  <c:v>0.0833333333333</c:v>
                </c:pt>
                <c:pt idx="34">
                  <c:v>0.121212121212</c:v>
                </c:pt>
                <c:pt idx="35">
                  <c:v>0.121212121212</c:v>
                </c:pt>
                <c:pt idx="36">
                  <c:v>0.114285714286</c:v>
                </c:pt>
                <c:pt idx="37">
                  <c:v>0.227272727273</c:v>
                </c:pt>
                <c:pt idx="38">
                  <c:v>0.0909090909091</c:v>
                </c:pt>
                <c:pt idx="39">
                  <c:v>0</c:v>
                </c:pt>
                <c:pt idx="40">
                  <c:v>0.0833333333333</c:v>
                </c:pt>
                <c:pt idx="41">
                  <c:v>0.0416666666667</c:v>
                </c:pt>
                <c:pt idx="42">
                  <c:v>0.235294117647</c:v>
                </c:pt>
                <c:pt idx="43">
                  <c:v>0.125</c:v>
                </c:pt>
                <c:pt idx="44">
                  <c:v>0.0869565217391</c:v>
                </c:pt>
                <c:pt idx="45">
                  <c:v>0.15</c:v>
                </c:pt>
                <c:pt idx="46">
                  <c:v>0.0833333333333</c:v>
                </c:pt>
                <c:pt idx="47">
                  <c:v>0</c:v>
                </c:pt>
                <c:pt idx="48">
                  <c:v>0.04</c:v>
                </c:pt>
                <c:pt idx="49">
                  <c:v>0</c:v>
                </c:pt>
              </c:numCache>
            </c:numRef>
          </c:yVal>
        </c:ser>
        <c:ser>
          <c:idx val="4"/>
          <c:order val="4"/>
          <c:tx>
            <c:v>Ligue 1</c:v>
          </c:tx>
          <c:spPr>
            <a:solidFill>
              <a:srgbClr val="B7638B"/>
            </a:solidFill>
            <a:ln w="0">
              <a:noFill/>
            </a:ln>
          </c:spPr>
          <c:marker>
            <c:symbol val="plus"/>
            <c:size val="7"/>
            <c:spPr>
              <a:solidFill>
                <a:srgbClr val="B7638B"/>
              </a:solidFill>
              <a:ln w="0">
                <a:noFill/>
              </a:ln>
            </c:spPr>
          </c:marker>
          <c:xVal>
            <c:numRef>
              <c:f>'Chart Data'!$I$2:$I$31</c:f>
              <c:numCache>
                <c:formatCode>General</c:formatCode>
                <c:ptCount val="30"/>
                <c:pt idx="0">
                  <c:v>0.161689572552</c:v>
                </c:pt>
                <c:pt idx="1">
                  <c:v>0.17920711833</c:v>
                </c:pt>
                <c:pt idx="2">
                  <c:v>0.118793710438</c:v>
                </c:pt>
                <c:pt idx="3">
                  <c:v>0.152945483967</c:v>
                </c:pt>
                <c:pt idx="4">
                  <c:v>0.145327961721</c:v>
                </c:pt>
                <c:pt idx="5">
                  <c:v>0.159642470182</c:v>
                </c:pt>
                <c:pt idx="6">
                  <c:v>0.195296546229</c:v>
                </c:pt>
                <c:pt idx="7">
                  <c:v>0.258764583648</c:v>
                </c:pt>
                <c:pt idx="8">
                  <c:v>0.139676780591</c:v>
                </c:pt>
                <c:pt idx="9">
                  <c:v>0.213253797805</c:v>
                </c:pt>
                <c:pt idx="10">
                  <c:v>0.220376892788</c:v>
                </c:pt>
                <c:pt idx="11">
                  <c:v>0.157537389949</c:v>
                </c:pt>
                <c:pt idx="12">
                  <c:v>0.145392873324</c:v>
                </c:pt>
                <c:pt idx="13">
                  <c:v>0.186384805097</c:v>
                </c:pt>
                <c:pt idx="14">
                  <c:v>0.139576961486</c:v>
                </c:pt>
                <c:pt idx="15">
                  <c:v>0.190449199296</c:v>
                </c:pt>
                <c:pt idx="16">
                  <c:v>0.107381521724</c:v>
                </c:pt>
                <c:pt idx="17">
                  <c:v>0.140116511262</c:v>
                </c:pt>
                <c:pt idx="18">
                  <c:v>0.26410164182</c:v>
                </c:pt>
                <c:pt idx="19">
                  <c:v>0.184981148343</c:v>
                </c:pt>
                <c:pt idx="20">
                  <c:v>0.0925535977903</c:v>
                </c:pt>
                <c:pt idx="21">
                  <c:v>0.101013800528</c:v>
                </c:pt>
                <c:pt idx="22">
                  <c:v>0.0887890199528</c:v>
                </c:pt>
                <c:pt idx="23">
                  <c:v>0.136306210672</c:v>
                </c:pt>
                <c:pt idx="24">
                  <c:v>0.168826104583</c:v>
                </c:pt>
                <c:pt idx="25">
                  <c:v>0.102967050592</c:v>
                </c:pt>
                <c:pt idx="26">
                  <c:v>0.175962867151</c:v>
                </c:pt>
                <c:pt idx="27">
                  <c:v>0.246062971652</c:v>
                </c:pt>
                <c:pt idx="28">
                  <c:v>0.157935960726</c:v>
                </c:pt>
                <c:pt idx="29">
                  <c:v>0.124688628638</c:v>
                </c:pt>
              </c:numCache>
            </c:numRef>
          </c:xVal>
          <c:yVal>
            <c:numRef>
              <c:f>'Chart Data'!$J$2:$J$31</c:f>
              <c:numCache>
                <c:formatCode>0%</c:formatCode>
                <c:ptCount val="30"/>
                <c:pt idx="0">
                  <c:v>0.0945945945946</c:v>
                </c:pt>
                <c:pt idx="1">
                  <c:v>0.145454545455</c:v>
                </c:pt>
                <c:pt idx="2">
                  <c:v>0.101123595506</c:v>
                </c:pt>
                <c:pt idx="3">
                  <c:v>0.21686746988</c:v>
                </c:pt>
                <c:pt idx="4">
                  <c:v>0.0909090909091</c:v>
                </c:pt>
                <c:pt idx="5">
                  <c:v>0.135135135135</c:v>
                </c:pt>
                <c:pt idx="6">
                  <c:v>0.211538461538</c:v>
                </c:pt>
                <c:pt idx="7">
                  <c:v>0.166666666667</c:v>
                </c:pt>
                <c:pt idx="8">
                  <c:v>0.108108108108</c:v>
                </c:pt>
                <c:pt idx="9">
                  <c:v>0.186440677966</c:v>
                </c:pt>
                <c:pt idx="10">
                  <c:v>0.219512195122</c:v>
                </c:pt>
                <c:pt idx="11">
                  <c:v>0.108108108108</c:v>
                </c:pt>
                <c:pt idx="12">
                  <c:v>0.137254901961</c:v>
                </c:pt>
                <c:pt idx="13">
                  <c:v>0.227272727273</c:v>
                </c:pt>
                <c:pt idx="14">
                  <c:v>0.047619047619</c:v>
                </c:pt>
                <c:pt idx="15">
                  <c:v>0.210526315789</c:v>
                </c:pt>
                <c:pt idx="16">
                  <c:v>0.15625</c:v>
                </c:pt>
                <c:pt idx="17">
                  <c:v>0.0892857142857</c:v>
                </c:pt>
                <c:pt idx="18">
                  <c:v>0.217391304348</c:v>
                </c:pt>
                <c:pt idx="19">
                  <c:v>0.209302325581</c:v>
                </c:pt>
                <c:pt idx="20">
                  <c:v>0.0909090909091</c:v>
                </c:pt>
                <c:pt idx="21">
                  <c:v>0.142857142857</c:v>
                </c:pt>
                <c:pt idx="22">
                  <c:v>0.117647058824</c:v>
                </c:pt>
                <c:pt idx="23">
                  <c:v>0.0384615384615</c:v>
                </c:pt>
                <c:pt idx="24">
                  <c:v>0.105263157895</c:v>
                </c:pt>
                <c:pt idx="25">
                  <c:v>0.190476190476</c:v>
                </c:pt>
                <c:pt idx="26">
                  <c:v>0.137931034483</c:v>
                </c:pt>
                <c:pt idx="27">
                  <c:v>0.214285714286</c:v>
                </c:pt>
                <c:pt idx="28">
                  <c:v>0.181818181818</c:v>
                </c:pt>
                <c:pt idx="29">
                  <c:v>0.0909090909091</c:v>
                </c:pt>
              </c:numCache>
            </c:numRef>
          </c:yVal>
        </c:ser>
        <c:ser>
          <c:idx val="5"/>
          <c:order val="5"/>
          <c:tx>
            <c:v>Observed = expected</c:v>
          </c:tx>
          <c:spPr>
            <a:ln w="14288">
              <a:solidFill>
                <a:srgbClr val="6E767C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0.33</c:v>
                </c:pt>
              </c:numCache>
            </c:numRef>
          </c:xVal>
          <c:yVal>
            <c:numRef>
              <c:f>'Chart Data'!$L$2:$L$3</c:f>
              <c:numCache>
                <c:formatCode>0%</c:formatCode>
                <c:ptCount val="2"/>
                <c:pt idx="0">
                  <c:v>0</c:v>
                </c:pt>
                <c:pt idx="1">
                  <c:v>0.33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3"/>
          <c:min val="0"/>
        </c:scaling>
        <c:delete val="0"/>
        <c:axPos val="l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Actual conversion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0.33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Expected conversion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72E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Median NP shots/90</c:v>
          </c:tx>
          <c:spPr>
            <a:solidFill>
              <a:srgbClr val="2864A0"/>
            </a:solidFill>
          </c:spPr>
          <c:cat>
            <c:strRef>
              <c:f>'Chart Data'!$A$2:$A$6</c:f>
              <c:strCache>
                <c:ptCount val="5"/>
                <c:pt idx="0">
                  <c:v>Premier League</c:v>
                </c:pt>
                <c:pt idx="1">
                  <c:v>La Liga</c:v>
                </c:pt>
                <c:pt idx="2">
                  <c:v>Bundesliga</c:v>
                </c:pt>
                <c:pt idx="3">
                  <c:v>Serie A</c:v>
                </c:pt>
                <c:pt idx="4">
                  <c:v>Ligue 1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2.39</c:v>
                </c:pt>
                <c:pt idx="1">
                  <c:v>2.58</c:v>
                </c:pt>
                <c:pt idx="2">
                  <c:v>2.48</c:v>
                </c:pt>
                <c:pt idx="3">
                  <c:v>2.47</c:v>
                </c:pt>
                <c:pt idx="4">
                  <c:v>2.43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65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Median NP xG/shot</c:v>
          </c:tx>
          <c:spPr>
            <a:solidFill>
              <a:srgbClr val="2864A0"/>
            </a:solidFill>
          </c:spPr>
          <c:cat>
            <c:strRef>
              <c:f>'Chart Data'!$A$2:$A$6</c:f>
              <c:strCache>
                <c:ptCount val="5"/>
                <c:pt idx="0">
                  <c:v>Premier League</c:v>
                </c:pt>
                <c:pt idx="1">
                  <c:v>La Liga</c:v>
                </c:pt>
                <c:pt idx="2">
                  <c:v>Bundesliga</c:v>
                </c:pt>
                <c:pt idx="3">
                  <c:v>Serie A</c:v>
                </c:pt>
                <c:pt idx="4">
                  <c:v>Ligue 1</c:v>
                </c:pt>
              </c:strCache>
            </c:strRef>
          </c:cat>
          <c:val>
            <c:numRef>
              <c:f>'Chart Data'!$B$2:$B$6</c:f>
              <c:numCache>
                <c:formatCode>0.000</c:formatCode>
                <c:ptCount val="5"/>
                <c:pt idx="0">
                  <c:v>0.184</c:v>
                </c:pt>
                <c:pt idx="1">
                  <c:v>0.149</c:v>
                </c:pt>
                <c:pt idx="2">
                  <c:v>0.166</c:v>
                </c:pt>
                <c:pt idx="3">
                  <c:v>0.141</c:v>
                </c:pt>
                <c:pt idx="4">
                  <c:v>0.158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65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3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numFmt formatCode="0.0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Non-penalty goals</c:v>
          </c:tx>
          <c:spPr>
            <a:solidFill>
              <a:srgbClr val="2864A0"/>
            </a:solidFill>
          </c:spPr>
          <c:cat>
            <c:strRef>
              <c:f>'Chart Data'!$A$2:$A$6</c:f>
              <c:strCache>
                <c:ptCount val="5"/>
                <c:pt idx="0">
                  <c:v>Haaland · EPL</c:v>
                </c:pt>
                <c:pt idx="1">
                  <c:v>Mbappé · La Liga</c:v>
                </c:pt>
                <c:pt idx="2">
                  <c:v>Kane · Bundesliga</c:v>
                </c:pt>
                <c:pt idx="3">
                  <c:v>Martínez · Serie A</c:v>
                </c:pt>
                <c:pt idx="4">
                  <c:v>Lepaul · Ligue 1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24</c:v>
                </c:pt>
                <c:pt idx="1">
                  <c:v>17</c:v>
                </c:pt>
                <c:pt idx="2">
                  <c:v>26</c:v>
                </c:pt>
                <c:pt idx="3">
                  <c:v>17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v>Penalty goals</c:v>
          </c:tx>
          <c:spPr>
            <a:solidFill>
              <a:srgbClr val="C8902C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/>
                      <a:t/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/>
                      <a:t/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/>
                      <a:t/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/>
                      <a:t/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/>
                      <a:t/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Data'!$C$2:$C$6</c:f>
              <c:strCache>
                <c:ptCount val="5"/>
                <c:pt idx="0">
                  <c:v>Haaland · EPL</c:v>
                </c:pt>
                <c:pt idx="1">
                  <c:v>Mbappé · La Liga</c:v>
                </c:pt>
                <c:pt idx="2">
                  <c:v>Kane · Bundesliga</c:v>
                </c:pt>
                <c:pt idx="3">
                  <c:v>Martínez · Serie A</c:v>
                </c:pt>
                <c:pt idx="4">
                  <c:v>Lepaul · Ligue 1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10</c:v>
                </c:pt>
                <c:pt idx="3">
                  <c:v>0</c:v>
                </c:pt>
                <c:pt idx="4">
                  <c:v>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65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72E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Erling Haaland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15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3.65558912387</c:v>
                </c:pt>
              </c:numCache>
            </c:numRef>
          </c:xVal>
          <c:yVal>
            <c:numRef>
              <c:f>'Chart Data'!$B$2:$B$2</c:f>
              <c:numCache>
                <c:formatCode>0.00</c:formatCode>
                <c:ptCount val="1"/>
                <c:pt idx="0">
                  <c:v>0.212815378161</c:v>
                </c:pt>
              </c:numCache>
            </c:numRef>
          </c:yVal>
        </c:ser>
        <c:ser>
          <c:idx val="1"/>
          <c:order val="1"/>
          <c:tx>
            <c:v>Kylian Mbappé</c:v>
          </c:tx>
          <c:spPr>
            <a:solidFill>
              <a:srgbClr val="D99600"/>
            </a:solidFill>
            <a:ln w="0">
              <a:noFill/>
            </a:ln>
          </c:spPr>
          <c:marker>
            <c:symbol val="square"/>
            <c:size val="15"/>
            <c:spPr>
              <a:solidFill>
                <a:srgbClr val="D99600"/>
              </a:solidFill>
              <a:ln w="0">
                <a:noFill/>
              </a:ln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4.70072436142</c:v>
                </c:pt>
              </c:numCache>
            </c:numRef>
          </c:xVal>
          <c:yVal>
            <c:numRef>
              <c:f>'Chart Data'!$D$2:$D$2</c:f>
              <c:numCache>
                <c:formatCode>0.00</c:formatCode>
                <c:ptCount val="1"/>
                <c:pt idx="0">
                  <c:v>0.139467370554</c:v>
                </c:pt>
              </c:numCache>
            </c:numRef>
          </c:yVal>
        </c:ser>
        <c:ser>
          <c:idx val="2"/>
          <c:order val="2"/>
          <c:tx>
            <c:v>Harry Kane</c:v>
          </c:tx>
          <c:spPr>
            <a:solidFill>
              <a:srgbClr val="713EB8"/>
            </a:solidFill>
            <a:ln w="0">
              <a:noFill/>
            </a:ln>
          </c:spPr>
          <c:marker>
            <c:symbol val="triangle"/>
            <c:size val="15"/>
            <c:spPr>
              <a:solidFill>
                <a:srgbClr val="713EB8"/>
              </a:solidFill>
              <a:ln w="0">
                <a:noFill/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4.07547169811</c:v>
                </c:pt>
              </c:numCache>
            </c:numRef>
          </c:xVal>
          <c:yVal>
            <c:numRef>
              <c:f>'Chart Data'!$F$2:$F$2</c:f>
              <c:numCache>
                <c:formatCode>0.00</c:formatCode>
                <c:ptCount val="1"/>
                <c:pt idx="0">
                  <c:v>0.196707796073</c:v>
                </c:pt>
              </c:numCache>
            </c:numRef>
          </c:yVal>
        </c:ser>
        <c:ser>
          <c:idx val="3"/>
          <c:order val="3"/>
          <c:tx>
            <c:v>Lautaro Martínez</c:v>
          </c:tx>
          <c:spPr>
            <a:solidFill>
              <a:srgbClr val="778346"/>
            </a:solidFill>
            <a:ln w="0">
              <a:noFill/>
            </a:ln>
          </c:spPr>
          <c:marker>
            <c:symbol val="diamond"/>
            <c:size val="15"/>
            <c:spPr>
              <a:solidFill>
                <a:srgbClr val="778346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3.75510204082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0.186291628983</c:v>
                </c:pt>
              </c:numCache>
            </c:numRef>
          </c:yVal>
        </c:ser>
        <c:ser>
          <c:idx val="4"/>
          <c:order val="4"/>
          <c:tx>
            <c:v>Esteban Lepaul</c:v>
          </c:tx>
          <c:spPr>
            <a:solidFill>
              <a:srgbClr val="B7638B"/>
            </a:solidFill>
            <a:ln w="0">
              <a:noFill/>
            </a:ln>
          </c:spPr>
          <c:marker>
            <c:symbol val="plus"/>
            <c:size val="15"/>
            <c:spPr>
              <a:solidFill>
                <a:srgbClr val="B7638B"/>
              </a:solidFill>
              <a:ln w="0">
                <a:noFill/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2.70554147048</c:v>
                </c:pt>
              </c:numCache>
            </c:numRef>
          </c:xVal>
          <c:yVal>
            <c:numRef>
              <c:f>'Chart Data'!$J$2:$J$2</c:f>
              <c:numCache>
                <c:formatCode>0.00</c:formatCode>
                <c:ptCount val="1"/>
                <c:pt idx="0">
                  <c:v>0.152945483967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7"/>
          <c:min val="0"/>
        </c:scaling>
        <c:delete val="0"/>
        <c:axPos val="l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xG / shot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.5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72E42"/>
                    </a:solidFill>
                    <a:latin typeface="Arial"/>
                    <a:ea typeface="Arial"/>
                    <a:cs typeface="Arial"/>
                  </a:rPr>
                  <a:t>NP shots / 90</a:t>
                </a:r>
              </a:p>
            </c:rich>
          </c:tx>
          <c:overlay val="0"/>
          <c:txPr>
            <a:bodyPr anchorCtr="1"/>
            <a:lstStyle/>
            <a:p>
              <a:pPr>
                <a:defRPr sz="180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72E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Attempts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Data'!$A$2:$A$55</c:f>
              <c:numCache>
                <c:formatCode>General</c:formatCode>
                <c:ptCount val="54"/>
                <c:pt idx="0">
                  <c:v>0.761999969482</c:v>
                </c:pt>
                <c:pt idx="1">
                  <c:v>0.941999969482</c:v>
                </c:pt>
                <c:pt idx="2">
                  <c:v>0.960999984741</c:v>
                </c:pt>
                <c:pt idx="3">
                  <c:v>0.970999984741</c:v>
                </c:pt>
                <c:pt idx="4">
                  <c:v>0.808000030518</c:v>
                </c:pt>
                <c:pt idx="5">
                  <c:v>0.825999984741</c:v>
                </c:pt>
                <c:pt idx="6">
                  <c:v>0.84</c:v>
                </c:pt>
                <c:pt idx="7">
                  <c:v>0.706999969482</c:v>
                </c:pt>
                <c:pt idx="8">
                  <c:v>0.849000015259</c:v>
                </c:pt>
                <c:pt idx="9">
                  <c:v>0.880999984741</c:v>
                </c:pt>
                <c:pt idx="10">
                  <c:v>0.909000015259</c:v>
                </c:pt>
                <c:pt idx="11">
                  <c:v>0.746999969482</c:v>
                </c:pt>
                <c:pt idx="12">
                  <c:v>0.885999984741</c:v>
                </c:pt>
                <c:pt idx="13">
                  <c:v>0.8</c:v>
                </c:pt>
                <c:pt idx="14">
                  <c:v>0.829000015259</c:v>
                </c:pt>
                <c:pt idx="15">
                  <c:v>0.871999969482</c:v>
                </c:pt>
                <c:pt idx="16">
                  <c:v>0.891999969482</c:v>
                </c:pt>
                <c:pt idx="17">
                  <c:v>0.941999969482</c:v>
                </c:pt>
                <c:pt idx="18">
                  <c:v>0.910999984741</c:v>
                </c:pt>
                <c:pt idx="19">
                  <c:v>0.895999984741</c:v>
                </c:pt>
                <c:pt idx="20">
                  <c:v>0.871999969482</c:v>
                </c:pt>
                <c:pt idx="21">
                  <c:v>0.815</c:v>
                </c:pt>
                <c:pt idx="22">
                  <c:v>0.825</c:v>
                </c:pt>
                <c:pt idx="23">
                  <c:v>0.875</c:v>
                </c:pt>
                <c:pt idx="24">
                  <c:v>0.904000015259</c:v>
                </c:pt>
                <c:pt idx="25">
                  <c:v>0.895</c:v>
                </c:pt>
                <c:pt idx="26">
                  <c:v>0.755999984741</c:v>
                </c:pt>
                <c:pt idx="27">
                  <c:v>0.923000030518</c:v>
                </c:pt>
                <c:pt idx="28">
                  <c:v>0.966999969482</c:v>
                </c:pt>
                <c:pt idx="29">
                  <c:v>0.901999969482</c:v>
                </c:pt>
                <c:pt idx="30">
                  <c:v>0.784000015259</c:v>
                </c:pt>
                <c:pt idx="31">
                  <c:v>0.771999969482</c:v>
                </c:pt>
                <c:pt idx="32">
                  <c:v>0.765</c:v>
                </c:pt>
                <c:pt idx="33">
                  <c:v>0.930999984741</c:v>
                </c:pt>
                <c:pt idx="34">
                  <c:v>0.989000015259</c:v>
                </c:pt>
                <c:pt idx="35">
                  <c:v>0.855</c:v>
                </c:pt>
                <c:pt idx="36">
                  <c:v>0.97</c:v>
                </c:pt>
                <c:pt idx="37">
                  <c:v>0.784000015259</c:v>
                </c:pt>
                <c:pt idx="38">
                  <c:v>0.935999984741</c:v>
                </c:pt>
                <c:pt idx="39">
                  <c:v>0.899000015259</c:v>
                </c:pt>
                <c:pt idx="40">
                  <c:v>0.903000030518</c:v>
                </c:pt>
                <c:pt idx="41">
                  <c:v>0.864000015259</c:v>
                </c:pt>
                <c:pt idx="42">
                  <c:v>0.863000030518</c:v>
                </c:pt>
                <c:pt idx="43">
                  <c:v>0.935999984741</c:v>
                </c:pt>
                <c:pt idx="44">
                  <c:v>0.735</c:v>
                </c:pt>
                <c:pt idx="45">
                  <c:v>0.968000030518</c:v>
                </c:pt>
                <c:pt idx="46">
                  <c:v>0.908000030518</c:v>
                </c:pt>
                <c:pt idx="47">
                  <c:v>0.885999984741</c:v>
                </c:pt>
                <c:pt idx="48">
                  <c:v>0.97</c:v>
                </c:pt>
                <c:pt idx="49">
                  <c:v>0.963000030518</c:v>
                </c:pt>
                <c:pt idx="50">
                  <c:v>0.88</c:v>
                </c:pt>
                <c:pt idx="51">
                  <c:v>0.795</c:v>
                </c:pt>
                <c:pt idx="52">
                  <c:v>0.900999984741</c:v>
                </c:pt>
                <c:pt idx="53">
                  <c:v>0.898000030518</c:v>
                </c:pt>
              </c:numCache>
            </c:numRef>
          </c:xVal>
          <c:yVal>
            <c:numRef>
              <c:f>'Chart Data'!$B$2:$B$55</c:f>
              <c:numCache>
                <c:formatCode>0.0</c:formatCode>
                <c:ptCount val="54"/>
                <c:pt idx="0">
                  <c:v>0.699000015259</c:v>
                </c:pt>
                <c:pt idx="1">
                  <c:v>0.482999992371</c:v>
                </c:pt>
                <c:pt idx="2">
                  <c:v>0.520999984741</c:v>
                </c:pt>
                <c:pt idx="3">
                  <c:v>0.664000015259</c:v>
                </c:pt>
                <c:pt idx="4">
                  <c:v>0.507999992371</c:v>
                </c:pt>
                <c:pt idx="5">
                  <c:v>0.685</c:v>
                </c:pt>
                <c:pt idx="6">
                  <c:v>0.537999992371</c:v>
                </c:pt>
                <c:pt idx="7">
                  <c:v>0.610999984741</c:v>
                </c:pt>
                <c:pt idx="8">
                  <c:v>0.685999984741</c:v>
                </c:pt>
                <c:pt idx="9">
                  <c:v>0.434000015259</c:v>
                </c:pt>
                <c:pt idx="10">
                  <c:v>0.479000015259</c:v>
                </c:pt>
                <c:pt idx="11">
                  <c:v>0.602999992371</c:v>
                </c:pt>
                <c:pt idx="12">
                  <c:v>0.580999984741</c:v>
                </c:pt>
                <c:pt idx="13">
                  <c:v>0.637999992371</c:v>
                </c:pt>
                <c:pt idx="14">
                  <c:v>0.557999992371</c:v>
                </c:pt>
                <c:pt idx="15">
                  <c:v>0.308999996185</c:v>
                </c:pt>
                <c:pt idx="16">
                  <c:v>0.325</c:v>
                </c:pt>
                <c:pt idx="17">
                  <c:v>0.455999984741</c:v>
                </c:pt>
                <c:pt idx="18">
                  <c:v>0.374000015259</c:v>
                </c:pt>
                <c:pt idx="19">
                  <c:v>0.301000003815</c:v>
                </c:pt>
                <c:pt idx="20">
                  <c:v>0.62</c:v>
                </c:pt>
                <c:pt idx="21">
                  <c:v>0.447999992371</c:v>
                </c:pt>
                <c:pt idx="22">
                  <c:v>0.612999992371</c:v>
                </c:pt>
                <c:pt idx="23">
                  <c:v>0.579000015259</c:v>
                </c:pt>
                <c:pt idx="24">
                  <c:v>0.432999992371</c:v>
                </c:pt>
                <c:pt idx="25">
                  <c:v>0.47</c:v>
                </c:pt>
                <c:pt idx="26">
                  <c:v>0.663000030518</c:v>
                </c:pt>
                <c:pt idx="27">
                  <c:v>0.339000015259</c:v>
                </c:pt>
                <c:pt idx="28">
                  <c:v>0.520999984741</c:v>
                </c:pt>
                <c:pt idx="29">
                  <c:v>0.432999992371</c:v>
                </c:pt>
                <c:pt idx="30">
                  <c:v>0.685</c:v>
                </c:pt>
                <c:pt idx="31">
                  <c:v>0.585</c:v>
                </c:pt>
                <c:pt idx="32">
                  <c:v>0.577000007629</c:v>
                </c:pt>
                <c:pt idx="33">
                  <c:v>0.311000003815</c:v>
                </c:pt>
                <c:pt idx="34">
                  <c:v>0.604000015259</c:v>
                </c:pt>
                <c:pt idx="35">
                  <c:v>0.552999992371</c:v>
                </c:pt>
                <c:pt idx="36">
                  <c:v>0.535999984741</c:v>
                </c:pt>
                <c:pt idx="37">
                  <c:v>0.377999992371</c:v>
                </c:pt>
                <c:pt idx="38">
                  <c:v>0.345999984741</c:v>
                </c:pt>
                <c:pt idx="39">
                  <c:v>0.515</c:v>
                </c:pt>
                <c:pt idx="40">
                  <c:v>0.355999984741</c:v>
                </c:pt>
                <c:pt idx="41">
                  <c:v>0.709000015259</c:v>
                </c:pt>
                <c:pt idx="42">
                  <c:v>0.655</c:v>
                </c:pt>
                <c:pt idx="43">
                  <c:v>0.462000007629</c:v>
                </c:pt>
                <c:pt idx="44">
                  <c:v>0.519000015259</c:v>
                </c:pt>
                <c:pt idx="45">
                  <c:v>0.45</c:v>
                </c:pt>
                <c:pt idx="46">
                  <c:v>0.454000015259</c:v>
                </c:pt>
                <c:pt idx="47">
                  <c:v>0.415</c:v>
                </c:pt>
                <c:pt idx="48">
                  <c:v>0.579000015259</c:v>
                </c:pt>
                <c:pt idx="49">
                  <c:v>0.527000007629</c:v>
                </c:pt>
                <c:pt idx="50">
                  <c:v>0.4</c:v>
                </c:pt>
                <c:pt idx="51">
                  <c:v>0.375999984741</c:v>
                </c:pt>
                <c:pt idx="52">
                  <c:v>0.354000015259</c:v>
                </c:pt>
                <c:pt idx="53">
                  <c:v>0.515</c:v>
                </c:pt>
              </c:numCache>
            </c:numRef>
          </c:yVal>
        </c:ser>
        <c:ser>
          <c:idx val="1"/>
          <c:order val="1"/>
          <c:tx>
            <c:v>Goals</c:v>
          </c:tx>
          <c:spPr>
            <a:solidFill>
              <a:srgbClr val="C46A32"/>
            </a:solidFill>
            <a:ln w="0">
              <a:noFill/>
            </a:ln>
          </c:spPr>
          <c:marker>
            <c:symbol val="diamond"/>
            <c:size val="7"/>
            <c:spPr>
              <a:solidFill>
                <a:srgbClr val="C46A32"/>
              </a:solidFill>
              <a:ln w="0">
                <a:noFill/>
              </a:ln>
            </c:spPr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0.890999984741</c:v>
                </c:pt>
                <c:pt idx="1">
                  <c:v>0.846999969482</c:v>
                </c:pt>
                <c:pt idx="2">
                  <c:v>0.911999969482</c:v>
                </c:pt>
                <c:pt idx="3">
                  <c:v>0.845</c:v>
                </c:pt>
                <c:pt idx="4">
                  <c:v>0.954000015259</c:v>
                </c:pt>
                <c:pt idx="5">
                  <c:v>0.88</c:v>
                </c:pt>
                <c:pt idx="6">
                  <c:v>0.97</c:v>
                </c:pt>
                <c:pt idx="7">
                  <c:v>0.95</c:v>
                </c:pt>
                <c:pt idx="8">
                  <c:v>0.936999969482</c:v>
                </c:pt>
                <c:pt idx="9">
                  <c:v>0.908000030518</c:v>
                </c:pt>
                <c:pt idx="10">
                  <c:v>0.868000030518</c:v>
                </c:pt>
              </c:numCache>
            </c:numRef>
          </c:xVal>
          <c:yVal>
            <c:numRef>
              <c:f>'Chart Data'!$D$2:$D$12</c:f>
              <c:numCache>
                <c:formatCode>0.0</c:formatCode>
                <c:ptCount val="11"/>
                <c:pt idx="0">
                  <c:v>0.524000015259</c:v>
                </c:pt>
                <c:pt idx="1">
                  <c:v>0.51</c:v>
                </c:pt>
                <c:pt idx="2">
                  <c:v>0.375</c:v>
                </c:pt>
                <c:pt idx="3">
                  <c:v>0.542000007629</c:v>
                </c:pt>
                <c:pt idx="4">
                  <c:v>0.465999984741</c:v>
                </c:pt>
                <c:pt idx="5">
                  <c:v>0.465999984741</c:v>
                </c:pt>
                <c:pt idx="6">
                  <c:v>0.547999992371</c:v>
                </c:pt>
                <c:pt idx="7">
                  <c:v>0.535999984741</c:v>
                </c:pt>
                <c:pt idx="8">
                  <c:v>0.555</c:v>
                </c:pt>
                <c:pt idx="9">
                  <c:v>0.635999984741</c:v>
                </c:pt>
                <c:pt idx="10">
                  <c:v>0.641999969482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.5"/>
        </c:scaling>
        <c:delete val="0"/>
        <c:axPos val="b"/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Attempts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0.841999969482</c:v>
                </c:pt>
                <c:pt idx="1">
                  <c:v>0.964000015259</c:v>
                </c:pt>
                <c:pt idx="2">
                  <c:v>0.966999969482</c:v>
                </c:pt>
                <c:pt idx="3">
                  <c:v>0.780999984741</c:v>
                </c:pt>
                <c:pt idx="4">
                  <c:v>0.814000015259</c:v>
                </c:pt>
                <c:pt idx="5">
                  <c:v>0.95</c:v>
                </c:pt>
                <c:pt idx="6">
                  <c:v>0.953000030518</c:v>
                </c:pt>
                <c:pt idx="7">
                  <c:v>0.910999984741</c:v>
                </c:pt>
                <c:pt idx="8">
                  <c:v>0.866999969482</c:v>
                </c:pt>
                <c:pt idx="9">
                  <c:v>0.925999984741</c:v>
                </c:pt>
                <c:pt idx="10">
                  <c:v>0.920999984741</c:v>
                </c:pt>
                <c:pt idx="11">
                  <c:v>0.853000030518</c:v>
                </c:pt>
                <c:pt idx="12">
                  <c:v>0.92</c:v>
                </c:pt>
                <c:pt idx="13">
                  <c:v>0.884000015259</c:v>
                </c:pt>
                <c:pt idx="14">
                  <c:v>0.89</c:v>
                </c:pt>
                <c:pt idx="15">
                  <c:v>0.878000030518</c:v>
                </c:pt>
                <c:pt idx="16">
                  <c:v>0.916999969482</c:v>
                </c:pt>
                <c:pt idx="17">
                  <c:v>0.911999969482</c:v>
                </c:pt>
                <c:pt idx="18">
                  <c:v>0.801999969482</c:v>
                </c:pt>
                <c:pt idx="19">
                  <c:v>0.933000030518</c:v>
                </c:pt>
                <c:pt idx="20">
                  <c:v>0.865</c:v>
                </c:pt>
                <c:pt idx="21">
                  <c:v>0.906999969482</c:v>
                </c:pt>
                <c:pt idx="22">
                  <c:v>0.924000015259</c:v>
                </c:pt>
                <c:pt idx="23">
                  <c:v>0.748000030518</c:v>
                </c:pt>
                <c:pt idx="24">
                  <c:v>0.918000030518</c:v>
                </c:pt>
                <c:pt idx="25">
                  <c:v>0.925</c:v>
                </c:pt>
                <c:pt idx="26">
                  <c:v>0.910999984741</c:v>
                </c:pt>
                <c:pt idx="27">
                  <c:v>0.794000015259</c:v>
                </c:pt>
                <c:pt idx="28">
                  <c:v>0.884000015259</c:v>
                </c:pt>
                <c:pt idx="29">
                  <c:v>0.923000030518</c:v>
                </c:pt>
                <c:pt idx="30">
                  <c:v>0.951999969482</c:v>
                </c:pt>
                <c:pt idx="31">
                  <c:v>0.963000030518</c:v>
                </c:pt>
                <c:pt idx="32">
                  <c:v>0.918000030518</c:v>
                </c:pt>
                <c:pt idx="33">
                  <c:v>0.878000030518</c:v>
                </c:pt>
                <c:pt idx="34">
                  <c:v>0.914000015259</c:v>
                </c:pt>
                <c:pt idx="35">
                  <c:v>0.9</c:v>
                </c:pt>
                <c:pt idx="36">
                  <c:v>0.896999969482</c:v>
                </c:pt>
                <c:pt idx="37">
                  <c:v>0.891999969482</c:v>
                </c:pt>
                <c:pt idx="38">
                  <c:v>0.896999969482</c:v>
                </c:pt>
                <c:pt idx="39">
                  <c:v>0.869000015259</c:v>
                </c:pt>
                <c:pt idx="40">
                  <c:v>0.908000030518</c:v>
                </c:pt>
                <c:pt idx="41">
                  <c:v>0.864000015259</c:v>
                </c:pt>
                <c:pt idx="42">
                  <c:v>0.632000007629</c:v>
                </c:pt>
                <c:pt idx="43">
                  <c:v>0.884000015259</c:v>
                </c:pt>
                <c:pt idx="44">
                  <c:v>0.86</c:v>
                </c:pt>
                <c:pt idx="45">
                  <c:v>0.911999969482</c:v>
                </c:pt>
                <c:pt idx="46">
                  <c:v>0.898000030518</c:v>
                </c:pt>
                <c:pt idx="47">
                  <c:v>0.79</c:v>
                </c:pt>
                <c:pt idx="48">
                  <c:v>0.930999984741</c:v>
                </c:pt>
                <c:pt idx="49">
                  <c:v>0.859000015259</c:v>
                </c:pt>
                <c:pt idx="50">
                  <c:v>0.894000015259</c:v>
                </c:pt>
                <c:pt idx="51">
                  <c:v>0.924000015259</c:v>
                </c:pt>
                <c:pt idx="52">
                  <c:v>0.884000015259</c:v>
                </c:pt>
                <c:pt idx="53">
                  <c:v>0.930999984741</c:v>
                </c:pt>
                <c:pt idx="54">
                  <c:v>0.924000015259</c:v>
                </c:pt>
                <c:pt idx="55">
                  <c:v>0.911999969482</c:v>
                </c:pt>
                <c:pt idx="56">
                  <c:v>0.896999969482</c:v>
                </c:pt>
                <c:pt idx="57">
                  <c:v>0.915</c:v>
                </c:pt>
                <c:pt idx="58">
                  <c:v>0.893000030518</c:v>
                </c:pt>
                <c:pt idx="59">
                  <c:v>0.895</c:v>
                </c:pt>
                <c:pt idx="60">
                  <c:v>0.756999969482</c:v>
                </c:pt>
                <c:pt idx="61">
                  <c:v>0.910999984741</c:v>
                </c:pt>
                <c:pt idx="62">
                  <c:v>0.899000015259</c:v>
                </c:pt>
                <c:pt idx="63">
                  <c:v>0.905999984741</c:v>
                </c:pt>
                <c:pt idx="64">
                  <c:v>0.94</c:v>
                </c:pt>
                <c:pt idx="65">
                  <c:v>0.916999969482</c:v>
                </c:pt>
                <c:pt idx="66">
                  <c:v>0.931999969482</c:v>
                </c:pt>
                <c:pt idx="67">
                  <c:v>0.924000015259</c:v>
                </c:pt>
                <c:pt idx="68">
                  <c:v>0.741999969482</c:v>
                </c:pt>
                <c:pt idx="69">
                  <c:v>0.693000030518</c:v>
                </c:pt>
                <c:pt idx="70">
                  <c:v>0.92</c:v>
                </c:pt>
                <c:pt idx="71">
                  <c:v>0.858000030518</c:v>
                </c:pt>
                <c:pt idx="72">
                  <c:v>0.843000030518</c:v>
                </c:pt>
                <c:pt idx="73">
                  <c:v>0.97</c:v>
                </c:pt>
                <c:pt idx="74">
                  <c:v>0.911999969482</c:v>
                </c:pt>
                <c:pt idx="75">
                  <c:v>0.88</c:v>
                </c:pt>
                <c:pt idx="76">
                  <c:v>0.92</c:v>
                </c:pt>
                <c:pt idx="77">
                  <c:v>0.923000030518</c:v>
                </c:pt>
                <c:pt idx="78">
                  <c:v>0.875</c:v>
                </c:pt>
                <c:pt idx="79">
                  <c:v>0.911999969482</c:v>
                </c:pt>
                <c:pt idx="80">
                  <c:v>0.933000030518</c:v>
                </c:pt>
                <c:pt idx="81">
                  <c:v>0.84</c:v>
                </c:pt>
                <c:pt idx="82">
                  <c:v>0.879000015259</c:v>
                </c:pt>
                <c:pt idx="83">
                  <c:v>0.739000015259</c:v>
                </c:pt>
              </c:numCache>
            </c:numRef>
          </c:xVal>
          <c:yVal>
            <c:numRef>
              <c:f>'Chart Data'!$B$2:$B$85</c:f>
              <c:numCache>
                <c:formatCode>0.0</c:formatCode>
                <c:ptCount val="84"/>
                <c:pt idx="0">
                  <c:v>0.354000015259</c:v>
                </c:pt>
                <c:pt idx="1">
                  <c:v>0.507000007629</c:v>
                </c:pt>
                <c:pt idx="2">
                  <c:v>0.67</c:v>
                </c:pt>
                <c:pt idx="3">
                  <c:v>0.617000007629</c:v>
                </c:pt>
                <c:pt idx="4">
                  <c:v>0.512999992371</c:v>
                </c:pt>
                <c:pt idx="5">
                  <c:v>0.557999992371</c:v>
                </c:pt>
                <c:pt idx="6">
                  <c:v>0.683000030518</c:v>
                </c:pt>
                <c:pt idx="7">
                  <c:v>0.57</c:v>
                </c:pt>
                <c:pt idx="8">
                  <c:v>0.469000015259</c:v>
                </c:pt>
                <c:pt idx="9">
                  <c:v>0.419000015259</c:v>
                </c:pt>
                <c:pt idx="10">
                  <c:v>0.637000007629</c:v>
                </c:pt>
                <c:pt idx="11">
                  <c:v>0.527000007629</c:v>
                </c:pt>
                <c:pt idx="12">
                  <c:v>0.690999984741</c:v>
                </c:pt>
                <c:pt idx="13">
                  <c:v>0.457999992371</c:v>
                </c:pt>
                <c:pt idx="14">
                  <c:v>0.507999992371</c:v>
                </c:pt>
                <c:pt idx="15">
                  <c:v>0.517000007629</c:v>
                </c:pt>
                <c:pt idx="16">
                  <c:v>0.532000007629</c:v>
                </c:pt>
                <c:pt idx="17">
                  <c:v>0.495</c:v>
                </c:pt>
                <c:pt idx="18">
                  <c:v>0.307000007629</c:v>
                </c:pt>
                <c:pt idx="19">
                  <c:v>0.544000015259</c:v>
                </c:pt>
                <c:pt idx="20">
                  <c:v>0.487000007629</c:v>
                </c:pt>
                <c:pt idx="21">
                  <c:v>0.582000007629</c:v>
                </c:pt>
                <c:pt idx="22">
                  <c:v>0.529000015259</c:v>
                </c:pt>
                <c:pt idx="23">
                  <c:v>0.703000030518</c:v>
                </c:pt>
                <c:pt idx="24">
                  <c:v>0.432000007629</c:v>
                </c:pt>
                <c:pt idx="25">
                  <c:v>0.55</c:v>
                </c:pt>
                <c:pt idx="26">
                  <c:v>0.47</c:v>
                </c:pt>
                <c:pt idx="27">
                  <c:v>0.597000007629</c:v>
                </c:pt>
                <c:pt idx="28">
                  <c:v>0.457999992371</c:v>
                </c:pt>
                <c:pt idx="29">
                  <c:v>0.537000007629</c:v>
                </c:pt>
                <c:pt idx="30">
                  <c:v>0.512000007629</c:v>
                </c:pt>
                <c:pt idx="31">
                  <c:v>0.512999992371</c:v>
                </c:pt>
                <c:pt idx="32">
                  <c:v>0.490999984741</c:v>
                </c:pt>
                <c:pt idx="33">
                  <c:v>0.325</c:v>
                </c:pt>
                <c:pt idx="34">
                  <c:v>0.539000015259</c:v>
                </c:pt>
                <c:pt idx="35">
                  <c:v>0.519000015259</c:v>
                </c:pt>
                <c:pt idx="36">
                  <c:v>0.414000015259</c:v>
                </c:pt>
                <c:pt idx="37">
                  <c:v>0.480999984741</c:v>
                </c:pt>
                <c:pt idx="38">
                  <c:v>0.56</c:v>
                </c:pt>
                <c:pt idx="39">
                  <c:v>0.515999984741</c:v>
                </c:pt>
                <c:pt idx="40">
                  <c:v>0.475</c:v>
                </c:pt>
                <c:pt idx="41">
                  <c:v>0.390999984741</c:v>
                </c:pt>
                <c:pt idx="42">
                  <c:v>0.739000015259</c:v>
                </c:pt>
                <c:pt idx="43">
                  <c:v>0.522000007629</c:v>
                </c:pt>
                <c:pt idx="44">
                  <c:v>0.415</c:v>
                </c:pt>
                <c:pt idx="45">
                  <c:v>0.355999984741</c:v>
                </c:pt>
                <c:pt idx="46">
                  <c:v>0.339000015259</c:v>
                </c:pt>
                <c:pt idx="47">
                  <c:v>0.375999984741</c:v>
                </c:pt>
                <c:pt idx="48">
                  <c:v>0.512999992371</c:v>
                </c:pt>
                <c:pt idx="49">
                  <c:v>0.520999984741</c:v>
                </c:pt>
                <c:pt idx="50">
                  <c:v>0.592000007629</c:v>
                </c:pt>
                <c:pt idx="51">
                  <c:v>0.562000007629</c:v>
                </c:pt>
                <c:pt idx="52">
                  <c:v>0.495999984741</c:v>
                </c:pt>
                <c:pt idx="53">
                  <c:v>0.467999992371</c:v>
                </c:pt>
                <c:pt idx="54">
                  <c:v>0.693000030518</c:v>
                </c:pt>
                <c:pt idx="55">
                  <c:v>0.492999992371</c:v>
                </c:pt>
                <c:pt idx="56">
                  <c:v>0.454000015259</c:v>
                </c:pt>
                <c:pt idx="57">
                  <c:v>0.48</c:v>
                </c:pt>
                <c:pt idx="58">
                  <c:v>0.544000015259</c:v>
                </c:pt>
                <c:pt idx="59">
                  <c:v>0.477000007629</c:v>
                </c:pt>
                <c:pt idx="60">
                  <c:v>0.502000007629</c:v>
                </c:pt>
                <c:pt idx="61">
                  <c:v>0.484000015259</c:v>
                </c:pt>
                <c:pt idx="62">
                  <c:v>0.387000007629</c:v>
                </c:pt>
                <c:pt idx="63">
                  <c:v>0.495999984741</c:v>
                </c:pt>
                <c:pt idx="64">
                  <c:v>0.497999992371</c:v>
                </c:pt>
                <c:pt idx="65">
                  <c:v>0.564000015259</c:v>
                </c:pt>
                <c:pt idx="66">
                  <c:v>0.320999984741</c:v>
                </c:pt>
                <c:pt idx="67">
                  <c:v>0.377999992371</c:v>
                </c:pt>
                <c:pt idx="68">
                  <c:v>0.605999984741</c:v>
                </c:pt>
                <c:pt idx="69">
                  <c:v>0.34</c:v>
                </c:pt>
                <c:pt idx="70">
                  <c:v>0.479000015259</c:v>
                </c:pt>
                <c:pt idx="71">
                  <c:v>0.519000015259</c:v>
                </c:pt>
                <c:pt idx="72">
                  <c:v>0.607000007629</c:v>
                </c:pt>
                <c:pt idx="73">
                  <c:v>0.666999969482</c:v>
                </c:pt>
                <c:pt idx="74">
                  <c:v>0.454000015259</c:v>
                </c:pt>
                <c:pt idx="75">
                  <c:v>0.46</c:v>
                </c:pt>
                <c:pt idx="76">
                  <c:v>0.490999984741</c:v>
                </c:pt>
                <c:pt idx="77">
                  <c:v>0.457999992371</c:v>
                </c:pt>
                <c:pt idx="78">
                  <c:v>0.397000007629</c:v>
                </c:pt>
                <c:pt idx="79">
                  <c:v>0.54</c:v>
                </c:pt>
                <c:pt idx="80">
                  <c:v>0.587000007629</c:v>
                </c:pt>
                <c:pt idx="81">
                  <c:v>0.512999992371</c:v>
                </c:pt>
                <c:pt idx="82">
                  <c:v>0.467000007629</c:v>
                </c:pt>
                <c:pt idx="83">
                  <c:v>0.405999984741</c:v>
                </c:pt>
              </c:numCache>
            </c:numRef>
          </c:yVal>
        </c:ser>
        <c:ser>
          <c:idx val="1"/>
          <c:order val="1"/>
          <c:tx>
            <c:v>Goals</c:v>
          </c:tx>
          <c:spPr>
            <a:solidFill>
              <a:srgbClr val="C46A32"/>
            </a:solidFill>
            <a:ln w="0">
              <a:noFill/>
            </a:ln>
          </c:spPr>
          <c:marker>
            <c:symbol val="diamond"/>
            <c:size val="7"/>
            <c:spPr>
              <a:solidFill>
                <a:srgbClr val="C46A32"/>
              </a:solidFill>
              <a:ln w="0">
                <a:noFill/>
              </a:ln>
            </c:spPr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0.925999984741</c:v>
                </c:pt>
                <c:pt idx="1">
                  <c:v>0.945999984741</c:v>
                </c:pt>
                <c:pt idx="2">
                  <c:v>0.845</c:v>
                </c:pt>
                <c:pt idx="3">
                  <c:v>0.925999984741</c:v>
                </c:pt>
                <c:pt idx="4">
                  <c:v>0.93</c:v>
                </c:pt>
                <c:pt idx="5">
                  <c:v>0.96</c:v>
                </c:pt>
                <c:pt idx="6">
                  <c:v>0.923000030518</c:v>
                </c:pt>
                <c:pt idx="7">
                  <c:v>0.91</c:v>
                </c:pt>
                <c:pt idx="8">
                  <c:v>0.859000015259</c:v>
                </c:pt>
                <c:pt idx="9">
                  <c:v>0.931999969482</c:v>
                </c:pt>
                <c:pt idx="10">
                  <c:v>0.964000015259</c:v>
                </c:pt>
              </c:numCache>
            </c:numRef>
          </c:xVal>
          <c:yVal>
            <c:numRef>
              <c:f>'Chart Data'!$D$2:$D$12</c:f>
              <c:numCache>
                <c:formatCode>0.0</c:formatCode>
                <c:ptCount val="11"/>
                <c:pt idx="0">
                  <c:v>0.477000007629</c:v>
                </c:pt>
                <c:pt idx="1">
                  <c:v>0.585</c:v>
                </c:pt>
                <c:pt idx="2">
                  <c:v>0.535999984741</c:v>
                </c:pt>
                <c:pt idx="3">
                  <c:v>0.474000015259</c:v>
                </c:pt>
                <c:pt idx="4">
                  <c:v>0.482000007629</c:v>
                </c:pt>
                <c:pt idx="5">
                  <c:v>0.53</c:v>
                </c:pt>
                <c:pt idx="6">
                  <c:v>0.482000007629</c:v>
                </c:pt>
                <c:pt idx="7">
                  <c:v>0.474000015259</c:v>
                </c:pt>
                <c:pt idx="8">
                  <c:v>0.450999984741</c:v>
                </c:pt>
                <c:pt idx="9">
                  <c:v>0.54</c:v>
                </c:pt>
                <c:pt idx="10">
                  <c:v>0.415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.5"/>
        </c:scaling>
        <c:delete val="0"/>
        <c:axPos val="b"/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Attempts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Data'!$A$2:$A$48</c:f>
              <c:numCache>
                <c:formatCode>General</c:formatCode>
                <c:ptCount val="47"/>
                <c:pt idx="0">
                  <c:v>0.959000015259</c:v>
                </c:pt>
                <c:pt idx="1">
                  <c:v>0.874000015259</c:v>
                </c:pt>
                <c:pt idx="2">
                  <c:v>0.921999969482</c:v>
                </c:pt>
                <c:pt idx="3">
                  <c:v>0.794000015259</c:v>
                </c:pt>
                <c:pt idx="4">
                  <c:v>0.723000030518</c:v>
                </c:pt>
                <c:pt idx="5">
                  <c:v>0.878000030518</c:v>
                </c:pt>
                <c:pt idx="6">
                  <c:v>0.85</c:v>
                </c:pt>
                <c:pt idx="7">
                  <c:v>0.956999969482</c:v>
                </c:pt>
                <c:pt idx="8">
                  <c:v>0.875</c:v>
                </c:pt>
                <c:pt idx="9">
                  <c:v>0.926999969482</c:v>
                </c:pt>
                <c:pt idx="10">
                  <c:v>0.818000030518</c:v>
                </c:pt>
                <c:pt idx="11">
                  <c:v>0.879000015259</c:v>
                </c:pt>
                <c:pt idx="12">
                  <c:v>0.949000015259</c:v>
                </c:pt>
                <c:pt idx="13">
                  <c:v>0.871999969482</c:v>
                </c:pt>
                <c:pt idx="14">
                  <c:v>0.875</c:v>
                </c:pt>
                <c:pt idx="15">
                  <c:v>0.785</c:v>
                </c:pt>
                <c:pt idx="16">
                  <c:v>0.865999984741</c:v>
                </c:pt>
                <c:pt idx="17">
                  <c:v>0.901999969482</c:v>
                </c:pt>
                <c:pt idx="18">
                  <c:v>0.961999969482</c:v>
                </c:pt>
                <c:pt idx="19">
                  <c:v>0.81</c:v>
                </c:pt>
                <c:pt idx="20">
                  <c:v>0.899000015259</c:v>
                </c:pt>
                <c:pt idx="21">
                  <c:v>0.885999984741</c:v>
                </c:pt>
                <c:pt idx="22">
                  <c:v>0.980999984741</c:v>
                </c:pt>
                <c:pt idx="23">
                  <c:v>0.904000015259</c:v>
                </c:pt>
                <c:pt idx="24">
                  <c:v>0.91</c:v>
                </c:pt>
                <c:pt idx="25">
                  <c:v>0.911999969482</c:v>
                </c:pt>
                <c:pt idx="26">
                  <c:v>0.935</c:v>
                </c:pt>
                <c:pt idx="27">
                  <c:v>0.871999969482</c:v>
                </c:pt>
                <c:pt idx="28">
                  <c:v>0.959000015259</c:v>
                </c:pt>
                <c:pt idx="29">
                  <c:v>0.925</c:v>
                </c:pt>
                <c:pt idx="30">
                  <c:v>0.926999969482</c:v>
                </c:pt>
                <c:pt idx="31">
                  <c:v>0.855999984741</c:v>
                </c:pt>
                <c:pt idx="32">
                  <c:v>0.94</c:v>
                </c:pt>
                <c:pt idx="33">
                  <c:v>0.911999969482</c:v>
                </c:pt>
                <c:pt idx="34">
                  <c:v>0.906999969482</c:v>
                </c:pt>
                <c:pt idx="35">
                  <c:v>0.741999969482</c:v>
                </c:pt>
                <c:pt idx="36">
                  <c:v>0.885</c:v>
                </c:pt>
                <c:pt idx="37">
                  <c:v>0.928000030518</c:v>
                </c:pt>
                <c:pt idx="38">
                  <c:v>0.929000015259</c:v>
                </c:pt>
                <c:pt idx="39">
                  <c:v>0.835999984741</c:v>
                </c:pt>
                <c:pt idx="40">
                  <c:v>0.943000030518</c:v>
                </c:pt>
                <c:pt idx="41">
                  <c:v>0.865</c:v>
                </c:pt>
                <c:pt idx="42">
                  <c:v>0.864000015259</c:v>
                </c:pt>
                <c:pt idx="43">
                  <c:v>0.858000030518</c:v>
                </c:pt>
                <c:pt idx="44">
                  <c:v>0.749000015259</c:v>
                </c:pt>
                <c:pt idx="45">
                  <c:v>0.895</c:v>
                </c:pt>
                <c:pt idx="46">
                  <c:v>0.951999969482</c:v>
                </c:pt>
              </c:numCache>
            </c:numRef>
          </c:xVal>
          <c:yVal>
            <c:numRef>
              <c:f>'Chart Data'!$B$2:$B$48</c:f>
              <c:numCache>
                <c:formatCode>0.0</c:formatCode>
                <c:ptCount val="47"/>
                <c:pt idx="0">
                  <c:v>0.474000015259</c:v>
                </c:pt>
                <c:pt idx="1">
                  <c:v>0.622000007629</c:v>
                </c:pt>
                <c:pt idx="2">
                  <c:v>0.559000015259</c:v>
                </c:pt>
                <c:pt idx="3">
                  <c:v>0.587999992371</c:v>
                </c:pt>
                <c:pt idx="4">
                  <c:v>0.57</c:v>
                </c:pt>
                <c:pt idx="5">
                  <c:v>0.355999984741</c:v>
                </c:pt>
                <c:pt idx="6">
                  <c:v>0.502000007629</c:v>
                </c:pt>
                <c:pt idx="7">
                  <c:v>0.524000015259</c:v>
                </c:pt>
                <c:pt idx="8">
                  <c:v>0.567000007629</c:v>
                </c:pt>
                <c:pt idx="9">
                  <c:v>0.532000007629</c:v>
                </c:pt>
                <c:pt idx="10">
                  <c:v>0.527999992371</c:v>
                </c:pt>
                <c:pt idx="11">
                  <c:v>0.726999969482</c:v>
                </c:pt>
                <c:pt idx="12">
                  <c:v>0.512000007629</c:v>
                </c:pt>
                <c:pt idx="13">
                  <c:v>0.565999984741</c:v>
                </c:pt>
                <c:pt idx="14">
                  <c:v>0.665</c:v>
                </c:pt>
                <c:pt idx="15">
                  <c:v>0.648000030518</c:v>
                </c:pt>
                <c:pt idx="16">
                  <c:v>0.592999992371</c:v>
                </c:pt>
                <c:pt idx="17">
                  <c:v>0.457999992371</c:v>
                </c:pt>
                <c:pt idx="18">
                  <c:v>0.407999992371</c:v>
                </c:pt>
                <c:pt idx="19">
                  <c:v>0.375999984741</c:v>
                </c:pt>
                <c:pt idx="20">
                  <c:v>0.404000015259</c:v>
                </c:pt>
                <c:pt idx="21">
                  <c:v>0.649000015259</c:v>
                </c:pt>
                <c:pt idx="22">
                  <c:v>0.482999992371</c:v>
                </c:pt>
                <c:pt idx="23">
                  <c:v>0.663000030518</c:v>
                </c:pt>
                <c:pt idx="24">
                  <c:v>0.630999984741</c:v>
                </c:pt>
                <c:pt idx="25">
                  <c:v>0.457000007629</c:v>
                </c:pt>
                <c:pt idx="26">
                  <c:v>0.27</c:v>
                </c:pt>
                <c:pt idx="27">
                  <c:v>0.410999984741</c:v>
                </c:pt>
                <c:pt idx="28">
                  <c:v>0.716999969482</c:v>
                </c:pt>
                <c:pt idx="29">
                  <c:v>0.671999969482</c:v>
                </c:pt>
                <c:pt idx="30">
                  <c:v>0.66</c:v>
                </c:pt>
                <c:pt idx="31">
                  <c:v>0.670999984741</c:v>
                </c:pt>
                <c:pt idx="32">
                  <c:v>0.509000015259</c:v>
                </c:pt>
                <c:pt idx="33">
                  <c:v>0.624000015259</c:v>
                </c:pt>
                <c:pt idx="34">
                  <c:v>0.560999984741</c:v>
                </c:pt>
                <c:pt idx="35">
                  <c:v>0.447999992371</c:v>
                </c:pt>
                <c:pt idx="36">
                  <c:v>0.372999992371</c:v>
                </c:pt>
                <c:pt idx="37">
                  <c:v>0.650999984741</c:v>
                </c:pt>
                <c:pt idx="38">
                  <c:v>0.654000015259</c:v>
                </c:pt>
                <c:pt idx="39">
                  <c:v>0.602999992371</c:v>
                </c:pt>
                <c:pt idx="40">
                  <c:v>0.605</c:v>
                </c:pt>
                <c:pt idx="41">
                  <c:v>0.342999992371</c:v>
                </c:pt>
                <c:pt idx="42">
                  <c:v>0.282000007629</c:v>
                </c:pt>
                <c:pt idx="43">
                  <c:v>0.405</c:v>
                </c:pt>
                <c:pt idx="44">
                  <c:v>0.572999992371</c:v>
                </c:pt>
                <c:pt idx="45">
                  <c:v>0.477999992371</c:v>
                </c:pt>
                <c:pt idx="46">
                  <c:v>0.492999992371</c:v>
                </c:pt>
              </c:numCache>
            </c:numRef>
          </c:yVal>
        </c:ser>
        <c:ser>
          <c:idx val="1"/>
          <c:order val="1"/>
          <c:tx>
            <c:v>Goals</c:v>
          </c:tx>
          <c:spPr>
            <a:solidFill>
              <a:srgbClr val="C46A32"/>
            </a:solidFill>
            <a:ln w="0">
              <a:noFill/>
            </a:ln>
          </c:spPr>
          <c:marker>
            <c:symbol val="diamond"/>
            <c:size val="7"/>
            <c:spPr>
              <a:solidFill>
                <a:srgbClr val="C46A32"/>
              </a:solidFill>
              <a:ln w="0">
                <a:noFill/>
              </a:ln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0.909000015259</c:v>
                </c:pt>
                <c:pt idx="1">
                  <c:v>0.935</c:v>
                </c:pt>
                <c:pt idx="2">
                  <c:v>0.965</c:v>
                </c:pt>
                <c:pt idx="3">
                  <c:v>0.956999969482</c:v>
                </c:pt>
                <c:pt idx="4">
                  <c:v>0.959000015259</c:v>
                </c:pt>
                <c:pt idx="5">
                  <c:v>0.906999969482</c:v>
                </c:pt>
                <c:pt idx="6">
                  <c:v>0.918000030518</c:v>
                </c:pt>
                <c:pt idx="7">
                  <c:v>0.875999984741</c:v>
                </c:pt>
                <c:pt idx="8">
                  <c:v>0.955</c:v>
                </c:pt>
                <c:pt idx="9">
                  <c:v>0.775</c:v>
                </c:pt>
                <c:pt idx="10">
                  <c:v>0.94</c:v>
                </c:pt>
                <c:pt idx="11">
                  <c:v>0.898000030518</c:v>
                </c:pt>
              </c:numCache>
            </c:numRef>
          </c:xVal>
          <c:yVal>
            <c:numRef>
              <c:f>'Chart Data'!$D$2:$D$13</c:f>
              <c:numCache>
                <c:formatCode>0.0</c:formatCode>
                <c:ptCount val="12"/>
                <c:pt idx="0">
                  <c:v>0.627999992371</c:v>
                </c:pt>
                <c:pt idx="1">
                  <c:v>0.429000015259</c:v>
                </c:pt>
                <c:pt idx="2">
                  <c:v>0.457000007629</c:v>
                </c:pt>
                <c:pt idx="3">
                  <c:v>0.47</c:v>
                </c:pt>
                <c:pt idx="4">
                  <c:v>0.452999992371</c:v>
                </c:pt>
                <c:pt idx="5">
                  <c:v>0.525999984741</c:v>
                </c:pt>
                <c:pt idx="6">
                  <c:v>0.542000007629</c:v>
                </c:pt>
                <c:pt idx="7">
                  <c:v>0.452999992371</c:v>
                </c:pt>
                <c:pt idx="8">
                  <c:v>0.457999992371</c:v>
                </c:pt>
                <c:pt idx="9">
                  <c:v>0.512999992371</c:v>
                </c:pt>
                <c:pt idx="10">
                  <c:v>0.51</c:v>
                </c:pt>
                <c:pt idx="11">
                  <c:v>0.419000015259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.5"/>
        </c:scaling>
        <c:delete val="0"/>
        <c:axPos val="b"/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Attempts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0.926999969482</c:v>
                </c:pt>
                <c:pt idx="1">
                  <c:v>0.961999969482</c:v>
                </c:pt>
                <c:pt idx="2">
                  <c:v>0.860999984741</c:v>
                </c:pt>
                <c:pt idx="3">
                  <c:v>0.790999984741</c:v>
                </c:pt>
                <c:pt idx="4">
                  <c:v>0.743000030518</c:v>
                </c:pt>
                <c:pt idx="5">
                  <c:v>0.924000015259</c:v>
                </c:pt>
                <c:pt idx="6">
                  <c:v>0.85</c:v>
                </c:pt>
                <c:pt idx="7">
                  <c:v>0.775</c:v>
                </c:pt>
                <c:pt idx="8">
                  <c:v>0.904000015259</c:v>
                </c:pt>
                <c:pt idx="9">
                  <c:v>0.964000015259</c:v>
                </c:pt>
                <c:pt idx="10">
                  <c:v>0.779000015259</c:v>
                </c:pt>
                <c:pt idx="11">
                  <c:v>0.874000015259</c:v>
                </c:pt>
                <c:pt idx="12">
                  <c:v>0.870999984741</c:v>
                </c:pt>
                <c:pt idx="13">
                  <c:v>0.860999984741</c:v>
                </c:pt>
                <c:pt idx="14">
                  <c:v>0.806999969482</c:v>
                </c:pt>
                <c:pt idx="15">
                  <c:v>0.729000015259</c:v>
                </c:pt>
                <c:pt idx="16">
                  <c:v>0.791999969482</c:v>
                </c:pt>
                <c:pt idx="17">
                  <c:v>0.905</c:v>
                </c:pt>
                <c:pt idx="18">
                  <c:v>0.885</c:v>
                </c:pt>
                <c:pt idx="19">
                  <c:v>0.938000030518</c:v>
                </c:pt>
                <c:pt idx="20">
                  <c:v>0.883000030518</c:v>
                </c:pt>
                <c:pt idx="21">
                  <c:v>0.869000015259</c:v>
                </c:pt>
                <c:pt idx="22">
                  <c:v>0.895999984741</c:v>
                </c:pt>
                <c:pt idx="23">
                  <c:v>0.845999984741</c:v>
                </c:pt>
                <c:pt idx="24">
                  <c:v>0.884000015259</c:v>
                </c:pt>
                <c:pt idx="25">
                  <c:v>0.883000030518</c:v>
                </c:pt>
                <c:pt idx="26">
                  <c:v>0.899000015259</c:v>
                </c:pt>
                <c:pt idx="27">
                  <c:v>0.916999969482</c:v>
                </c:pt>
                <c:pt idx="28">
                  <c:v>0.878000030518</c:v>
                </c:pt>
                <c:pt idx="29">
                  <c:v>0.885</c:v>
                </c:pt>
                <c:pt idx="30">
                  <c:v>0.865</c:v>
                </c:pt>
                <c:pt idx="31">
                  <c:v>0.956999969482</c:v>
                </c:pt>
                <c:pt idx="32">
                  <c:v>0.955999984741</c:v>
                </c:pt>
                <c:pt idx="33">
                  <c:v>0.925999984741</c:v>
                </c:pt>
                <c:pt idx="34">
                  <c:v>0.915</c:v>
                </c:pt>
                <c:pt idx="35">
                  <c:v>0.975999984741</c:v>
                </c:pt>
                <c:pt idx="36">
                  <c:v>0.961999969482</c:v>
                </c:pt>
                <c:pt idx="37">
                  <c:v>0.88</c:v>
                </c:pt>
                <c:pt idx="38">
                  <c:v>0.956999969482</c:v>
                </c:pt>
                <c:pt idx="39">
                  <c:v>0.8</c:v>
                </c:pt>
                <c:pt idx="40">
                  <c:v>0.904000015259</c:v>
                </c:pt>
                <c:pt idx="41">
                  <c:v>0.955999984741</c:v>
                </c:pt>
                <c:pt idx="42">
                  <c:v>0.828000030518</c:v>
                </c:pt>
                <c:pt idx="43">
                  <c:v>0.795999984741</c:v>
                </c:pt>
                <c:pt idx="44">
                  <c:v>0.95</c:v>
                </c:pt>
                <c:pt idx="45">
                  <c:v>0.935</c:v>
                </c:pt>
                <c:pt idx="46">
                  <c:v>0.921999969482</c:v>
                </c:pt>
                <c:pt idx="47">
                  <c:v>0.903000030518</c:v>
                </c:pt>
                <c:pt idx="48">
                  <c:v>0.913000030518</c:v>
                </c:pt>
                <c:pt idx="49">
                  <c:v>0.936999969482</c:v>
                </c:pt>
                <c:pt idx="50">
                  <c:v>0.910999984741</c:v>
                </c:pt>
                <c:pt idx="51">
                  <c:v>0.900999984741</c:v>
                </c:pt>
                <c:pt idx="52">
                  <c:v>0.876999969482</c:v>
                </c:pt>
                <c:pt idx="53">
                  <c:v>0.959000015259</c:v>
                </c:pt>
                <c:pt idx="54">
                  <c:v>0.756999969482</c:v>
                </c:pt>
                <c:pt idx="55">
                  <c:v>0.874000015259</c:v>
                </c:pt>
                <c:pt idx="56">
                  <c:v>0.93</c:v>
                </c:pt>
                <c:pt idx="57">
                  <c:v>0.966999969482</c:v>
                </c:pt>
                <c:pt idx="58">
                  <c:v>0.895</c:v>
                </c:pt>
                <c:pt idx="59">
                  <c:v>0.859000015259</c:v>
                </c:pt>
                <c:pt idx="60">
                  <c:v>0.855</c:v>
                </c:pt>
                <c:pt idx="61">
                  <c:v>0.895999984741</c:v>
                </c:pt>
                <c:pt idx="62">
                  <c:v>0.805</c:v>
                </c:pt>
                <c:pt idx="63">
                  <c:v>0.891999969482</c:v>
                </c:pt>
              </c:numCache>
            </c:numRef>
          </c:xVal>
          <c:yVal>
            <c:numRef>
              <c:f>'Chart Data'!$B$2:$B$65</c:f>
              <c:numCache>
                <c:formatCode>0.0</c:formatCode>
                <c:ptCount val="64"/>
                <c:pt idx="0">
                  <c:v>0.537000007629</c:v>
                </c:pt>
                <c:pt idx="1">
                  <c:v>0.385</c:v>
                </c:pt>
                <c:pt idx="2">
                  <c:v>0.517000007629</c:v>
                </c:pt>
                <c:pt idx="3">
                  <c:v>0.587000007629</c:v>
                </c:pt>
                <c:pt idx="4">
                  <c:v>0.307000007629</c:v>
                </c:pt>
                <c:pt idx="5">
                  <c:v>0.470999984741</c:v>
                </c:pt>
                <c:pt idx="6">
                  <c:v>0.344000015259</c:v>
                </c:pt>
                <c:pt idx="7">
                  <c:v>0.622000007629</c:v>
                </c:pt>
                <c:pt idx="8">
                  <c:v>0.679000015259</c:v>
                </c:pt>
                <c:pt idx="9">
                  <c:v>0.624000015259</c:v>
                </c:pt>
                <c:pt idx="10">
                  <c:v>0.610999984741</c:v>
                </c:pt>
                <c:pt idx="11">
                  <c:v>0.449000015259</c:v>
                </c:pt>
                <c:pt idx="12">
                  <c:v>0.387999992371</c:v>
                </c:pt>
                <c:pt idx="13">
                  <c:v>0.4</c:v>
                </c:pt>
                <c:pt idx="14">
                  <c:v>0.447000007629</c:v>
                </c:pt>
                <c:pt idx="15">
                  <c:v>0.327000007629</c:v>
                </c:pt>
                <c:pt idx="16">
                  <c:v>0.255</c:v>
                </c:pt>
                <c:pt idx="17">
                  <c:v>0.685</c:v>
                </c:pt>
                <c:pt idx="18">
                  <c:v>0.267000007629</c:v>
                </c:pt>
                <c:pt idx="19">
                  <c:v>0.58</c:v>
                </c:pt>
                <c:pt idx="20">
                  <c:v>0.46</c:v>
                </c:pt>
                <c:pt idx="21">
                  <c:v>0.675</c:v>
                </c:pt>
                <c:pt idx="22">
                  <c:v>0.622000007629</c:v>
                </c:pt>
                <c:pt idx="23">
                  <c:v>0.505</c:v>
                </c:pt>
                <c:pt idx="24">
                  <c:v>0.430999984741</c:v>
                </c:pt>
                <c:pt idx="25">
                  <c:v>0.545</c:v>
                </c:pt>
                <c:pt idx="26">
                  <c:v>0.382000007629</c:v>
                </c:pt>
                <c:pt idx="27">
                  <c:v>0.485</c:v>
                </c:pt>
                <c:pt idx="28">
                  <c:v>0.637000007629</c:v>
                </c:pt>
                <c:pt idx="29">
                  <c:v>0.480999984741</c:v>
                </c:pt>
                <c:pt idx="30">
                  <c:v>0.530999984741</c:v>
                </c:pt>
                <c:pt idx="31">
                  <c:v>0.324000015259</c:v>
                </c:pt>
                <c:pt idx="32">
                  <c:v>0.395</c:v>
                </c:pt>
                <c:pt idx="33">
                  <c:v>0.380999984741</c:v>
                </c:pt>
                <c:pt idx="34">
                  <c:v>0.567000007629</c:v>
                </c:pt>
                <c:pt idx="35">
                  <c:v>0.660999984741</c:v>
                </c:pt>
                <c:pt idx="36">
                  <c:v>0.449000015259</c:v>
                </c:pt>
                <c:pt idx="37">
                  <c:v>0.4</c:v>
                </c:pt>
                <c:pt idx="38">
                  <c:v>0.472999992371</c:v>
                </c:pt>
                <c:pt idx="39">
                  <c:v>0.385</c:v>
                </c:pt>
                <c:pt idx="40">
                  <c:v>0.592999992371</c:v>
                </c:pt>
                <c:pt idx="41">
                  <c:v>0.45</c:v>
                </c:pt>
                <c:pt idx="42">
                  <c:v>0.532000007629</c:v>
                </c:pt>
                <c:pt idx="43">
                  <c:v>0.699000015259</c:v>
                </c:pt>
                <c:pt idx="44">
                  <c:v>0.51</c:v>
                </c:pt>
                <c:pt idx="45">
                  <c:v>0.519000015259</c:v>
                </c:pt>
                <c:pt idx="46">
                  <c:v>0.512999992371</c:v>
                </c:pt>
                <c:pt idx="47">
                  <c:v>0.545999984741</c:v>
                </c:pt>
                <c:pt idx="48">
                  <c:v>0.316000003815</c:v>
                </c:pt>
                <c:pt idx="49">
                  <c:v>0.562000007629</c:v>
                </c:pt>
                <c:pt idx="50">
                  <c:v>0.295</c:v>
                </c:pt>
                <c:pt idx="51">
                  <c:v>0.545999984741</c:v>
                </c:pt>
                <c:pt idx="52">
                  <c:v>0.479000015259</c:v>
                </c:pt>
                <c:pt idx="53">
                  <c:v>0.525999984741</c:v>
                </c:pt>
                <c:pt idx="54">
                  <c:v>0.522000007629</c:v>
                </c:pt>
                <c:pt idx="55">
                  <c:v>0.504000015259</c:v>
                </c:pt>
                <c:pt idx="56">
                  <c:v>0.287999992371</c:v>
                </c:pt>
                <c:pt idx="57">
                  <c:v>0.557000007629</c:v>
                </c:pt>
                <c:pt idx="58">
                  <c:v>0.350999984741</c:v>
                </c:pt>
                <c:pt idx="59">
                  <c:v>0.487999992371</c:v>
                </c:pt>
                <c:pt idx="60">
                  <c:v>0.519000015259</c:v>
                </c:pt>
                <c:pt idx="61">
                  <c:v>0.564000015259</c:v>
                </c:pt>
                <c:pt idx="62">
                  <c:v>0.385</c:v>
                </c:pt>
                <c:pt idx="63">
                  <c:v>0.5</c:v>
                </c:pt>
              </c:numCache>
            </c:numRef>
          </c:yVal>
        </c:ser>
        <c:ser>
          <c:idx val="1"/>
          <c:order val="1"/>
          <c:tx>
            <c:v>Goals</c:v>
          </c:tx>
          <c:spPr>
            <a:solidFill>
              <a:srgbClr val="C46A32"/>
            </a:solidFill>
            <a:ln w="0">
              <a:noFill/>
            </a:ln>
          </c:spPr>
          <c:marker>
            <c:symbol val="diamond"/>
            <c:size val="7"/>
            <c:spPr>
              <a:solidFill>
                <a:srgbClr val="C46A32"/>
              </a:solidFill>
              <a:ln w="0">
                <a:noFill/>
              </a:ln>
            </c:spPr>
          </c:marker>
          <c:xVal>
            <c:numRef>
              <c:f>'Chart Data'!$C$2:$C$9</c:f>
              <c:numCache>
                <c:formatCode>General</c:formatCode>
                <c:ptCount val="8"/>
                <c:pt idx="0">
                  <c:v>0.966999969482</c:v>
                </c:pt>
                <c:pt idx="1">
                  <c:v>0.923000030518</c:v>
                </c:pt>
                <c:pt idx="2">
                  <c:v>0.856999969482</c:v>
                </c:pt>
                <c:pt idx="3">
                  <c:v>0.751999969482</c:v>
                </c:pt>
                <c:pt idx="4">
                  <c:v>0.980999984741</c:v>
                </c:pt>
                <c:pt idx="5">
                  <c:v>0.924000015259</c:v>
                </c:pt>
                <c:pt idx="6">
                  <c:v>0.956999969482</c:v>
                </c:pt>
                <c:pt idx="7">
                  <c:v>0.936999969482</c:v>
                </c:pt>
              </c:numCache>
            </c:numRef>
          </c:xVal>
          <c:yVal>
            <c:numRef>
              <c:f>'Chart Data'!$D$2:$D$9</c:f>
              <c:numCache>
                <c:formatCode>0.0</c:formatCode>
                <c:ptCount val="8"/>
                <c:pt idx="0">
                  <c:v>0.587000007629</c:v>
                </c:pt>
                <c:pt idx="1">
                  <c:v>0.512000007629</c:v>
                </c:pt>
                <c:pt idx="2">
                  <c:v>0.464000015259</c:v>
                </c:pt>
                <c:pt idx="3">
                  <c:v>0.504000015259</c:v>
                </c:pt>
                <c:pt idx="4">
                  <c:v>0.450999984741</c:v>
                </c:pt>
                <c:pt idx="5">
                  <c:v>0.54</c:v>
                </c:pt>
                <c:pt idx="6">
                  <c:v>0.437000007629</c:v>
                </c:pt>
                <c:pt idx="7">
                  <c:v>0.519000015259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.5"/>
        </c:scaling>
        <c:delete val="0"/>
        <c:axPos val="b"/>
        <c:numFmt formatCode="0.0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Head</c:v>
          </c:tx>
          <c:spPr>
            <a:solidFill>
              <a:srgbClr val="2864A0"/>
            </a:solidFill>
          </c:spPr>
          <c:cat>
            <c:strRef>
              <c:f>'Chart Data'!$A$2:$A$5</c:f>
              <c:strCache>
                <c:ptCount val="4"/>
                <c:pt idx="0">
                  <c:v>Hugo Ekitike
n=65</c:v>
                </c:pt>
                <c:pt idx="1">
                  <c:v>Ante Budimir
n=95</c:v>
                </c:pt>
                <c:pt idx="2">
                  <c:v>Rasmus Højlund
n=59</c:v>
                </c:pt>
                <c:pt idx="3">
                  <c:v>Mateo Pellegrino
n=72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</c:v>
                </c:pt>
                <c:pt idx="1">
                  <c:v>0.421052631579</c:v>
                </c:pt>
                <c:pt idx="2">
                  <c:v>0.152542372881</c:v>
                </c:pt>
                <c:pt idx="3">
                  <c:v>0.416666666667</c:v>
                </c:pt>
              </c:numCache>
            </c:numRef>
          </c:val>
        </c:ser>
        <c:ser>
          <c:idx val="1"/>
          <c:order val="1"/>
          <c:tx>
            <c:v>Left foot</c:v>
          </c:tx>
          <c:spPr>
            <a:solidFill>
              <a:srgbClr val="C8902C"/>
            </a:solidFill>
          </c:spPr>
          <c:cat>
            <c:strRef>
              <c:f>'Chart Data'!$C$2:$C$5</c:f>
              <c:strCache>
                <c:ptCount val="4"/>
                <c:pt idx="0">
                  <c:v>Hugo Ekitike
n=65</c:v>
                </c:pt>
                <c:pt idx="1">
                  <c:v>Ante Budimir
n=95</c:v>
                </c:pt>
                <c:pt idx="2">
                  <c:v>Rasmus Højlund
n=59</c:v>
                </c:pt>
                <c:pt idx="3">
                  <c:v>Mateo Pellegrino
n=72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0.123076923077</c:v>
                </c:pt>
                <c:pt idx="1">
                  <c:v>0.452631578947</c:v>
                </c:pt>
                <c:pt idx="2">
                  <c:v>0.508474576271</c:v>
                </c:pt>
                <c:pt idx="3">
                  <c:v>0.472222222222</c:v>
                </c:pt>
              </c:numCache>
            </c:numRef>
          </c:val>
        </c:ser>
        <c:ser>
          <c:idx val="2"/>
          <c:order val="2"/>
          <c:tx>
            <c:v>Right foot</c:v>
          </c:tx>
          <c:spPr>
            <a:solidFill>
              <a:srgbClr val="C46A32"/>
            </a:solidFill>
          </c:spPr>
          <c:cat>
            <c:strRef>
              <c:f>'Chart Data'!$E$2:$E$5</c:f>
              <c:strCache>
                <c:ptCount val="4"/>
                <c:pt idx="0">
                  <c:v>Hugo Ekitike
n=65</c:v>
                </c:pt>
                <c:pt idx="1">
                  <c:v>Ante Budimir
n=95</c:v>
                </c:pt>
                <c:pt idx="2">
                  <c:v>Rasmus Højlund
n=59</c:v>
                </c:pt>
                <c:pt idx="3">
                  <c:v>Mateo Pellegrino
n=72</c:v>
                </c:pt>
              </c:strCache>
            </c:strRef>
          </c:cat>
          <c:val>
            <c:numRef>
              <c:f>'Chart Data'!$F$2:$F$5</c:f>
              <c:numCache>
                <c:formatCode>0%</c:formatCode>
                <c:ptCount val="4"/>
                <c:pt idx="0">
                  <c:v>0.661538461538</c:v>
                </c:pt>
                <c:pt idx="1">
                  <c:v>0.115789473684</c:v>
                </c:pt>
                <c:pt idx="2">
                  <c:v>0.338983050847</c:v>
                </c:pt>
                <c:pt idx="3">
                  <c:v>0.111111111111</c:v>
                </c:pt>
              </c:numCache>
            </c:numRef>
          </c:val>
        </c:ser>
        <c:ser>
          <c:idx val="3"/>
          <c:order val="3"/>
          <c:tx>
            <c:v>Other</c:v>
          </c:tx>
          <c:spPr>
            <a:solidFill>
              <a:srgbClr val="B8BDC2"/>
            </a:solidFill>
          </c:spPr>
          <c:cat>
            <c:strRef>
              <c:f>'Chart Data'!$G$2:$G$5</c:f>
              <c:strCache>
                <c:ptCount val="4"/>
                <c:pt idx="0">
                  <c:v>Hugo Ekitike
n=65</c:v>
                </c:pt>
                <c:pt idx="1">
                  <c:v>Ante Budimir
n=95</c:v>
                </c:pt>
                <c:pt idx="2">
                  <c:v>Rasmus Højlund
n=59</c:v>
                </c:pt>
                <c:pt idx="3">
                  <c:v>Mateo Pellegrino
n=72</c:v>
                </c:pt>
              </c:strCache>
            </c:strRef>
          </c:cat>
          <c:val>
            <c:numRef>
              <c:f>'Chart Data'!$H$2:$H$5</c:f>
              <c:numCache>
                <c:formatCode>0%</c:formatCode>
                <c:ptCount val="4"/>
                <c:pt idx="0">
                  <c:v>0.0153846153846</c:v>
                </c:pt>
                <c:pt idx="1">
                  <c:v>0.0105263157895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650">
                  <a:solidFill>
                    <a:srgbClr val="172E42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w="5715">
              <a:solidFill>
                <a:srgbClr val="E8ECEF"/>
              </a:solidFill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72E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1 · Hugo Ekitike</c:v>
          </c:tx>
          <c:spPr>
            <a:solidFill>
              <a:srgbClr val="2864A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864A0"/>
              </a:solidFill>
              <a:ln w="0">
                <a:noFill/>
              </a:ln>
            </c:spPr>
          </c:marker>
          <c:xVal>
            <c:numRef>
              <c:f>'Chart Data'!$A$2:$A$29</c:f>
              <c:numCache>
                <c:formatCode>General</c:formatCode>
                <c:ptCount val="28"/>
                <c:pt idx="0">
                  <c:v>0.916</c:v>
                </c:pt>
                <c:pt idx="1">
                  <c:v>0.944</c:v>
                </c:pt>
                <c:pt idx="2">
                  <c:v>0.972</c:v>
                </c:pt>
                <c:pt idx="3">
                  <c:v>1</c:v>
                </c:pt>
                <c:pt idx="4">
                  <c:v>1.028</c:v>
                </c:pt>
                <c:pt idx="5">
                  <c:v>1.056</c:v>
                </c:pt>
                <c:pt idx="6">
                  <c:v>1.084</c:v>
                </c:pt>
                <c:pt idx="7">
                  <c:v>0.916</c:v>
                </c:pt>
                <c:pt idx="8">
                  <c:v>0.944</c:v>
                </c:pt>
                <c:pt idx="9">
                  <c:v>0.972</c:v>
                </c:pt>
                <c:pt idx="10">
                  <c:v>1</c:v>
                </c:pt>
                <c:pt idx="11">
                  <c:v>1.028</c:v>
                </c:pt>
                <c:pt idx="12">
                  <c:v>1.056</c:v>
                </c:pt>
                <c:pt idx="13">
                  <c:v>1.084</c:v>
                </c:pt>
                <c:pt idx="14">
                  <c:v>0.916</c:v>
                </c:pt>
                <c:pt idx="15">
                  <c:v>0.944</c:v>
                </c:pt>
                <c:pt idx="16">
                  <c:v>0.972</c:v>
                </c:pt>
                <c:pt idx="17">
                  <c:v>1</c:v>
                </c:pt>
                <c:pt idx="18">
                  <c:v>1.028</c:v>
                </c:pt>
                <c:pt idx="19">
                  <c:v>1.056</c:v>
                </c:pt>
                <c:pt idx="20">
                  <c:v>1.084</c:v>
                </c:pt>
                <c:pt idx="21">
                  <c:v>0.916</c:v>
                </c:pt>
                <c:pt idx="22">
                  <c:v>0.944</c:v>
                </c:pt>
                <c:pt idx="23">
                  <c:v>0.972</c:v>
                </c:pt>
                <c:pt idx="24">
                  <c:v>1</c:v>
                </c:pt>
                <c:pt idx="25">
                  <c:v>1.028</c:v>
                </c:pt>
                <c:pt idx="26">
                  <c:v>1.056</c:v>
                </c:pt>
                <c:pt idx="27">
                  <c:v>1.084</c:v>
                </c:pt>
              </c:numCache>
            </c:numRef>
          </c:xVal>
          <c:yVal>
            <c:numRef>
              <c:f>'Chart Data'!$B$2:$B$29</c:f>
              <c:numCache>
                <c:formatCode>0.0</c:formatCode>
                <c:ptCount val="28"/>
                <c:pt idx="0">
                  <c:v>1.08824616764</c:v>
                </c:pt>
                <c:pt idx="1">
                  <c:v>0.135480105877</c:v>
                </c:pt>
                <c:pt idx="2">
                  <c:v>0</c:v>
                </c:pt>
                <c:pt idx="3">
                  <c:v>0.114869017154</c:v>
                </c:pt>
                <c:pt idx="4">
                  <c:v>0.402207475156</c:v>
                </c:pt>
                <c:pt idx="5">
                  <c:v>0.0840525776148</c:v>
                </c:pt>
                <c:pt idx="6">
                  <c:v>0.0923480484635</c:v>
                </c:pt>
                <c:pt idx="7">
                  <c:v>0.345318265259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0.04512379691</c:v>
                </c:pt>
                <c:pt idx="12">
                  <c:v>0.0560430288315</c:v>
                </c:pt>
                <c:pt idx="13">
                  <c:v>1.06759154052</c:v>
                </c:pt>
                <c:pt idx="14">
                  <c:v>1.19914504886</c:v>
                </c:pt>
                <c:pt idx="15">
                  <c:v>0.627496123314</c:v>
                </c:pt>
                <c:pt idx="16">
                  <c:v>0.280678763986</c:v>
                </c:pt>
                <c:pt idx="17">
                  <c:v>0.942265585065</c:v>
                </c:pt>
                <c:pt idx="18">
                  <c:v>0.993523972109</c:v>
                </c:pt>
                <c:pt idx="19">
                  <c:v>0</c:v>
                </c:pt>
                <c:pt idx="20">
                  <c:v>1.57962957025</c:v>
                </c:pt>
                <c:pt idx="21">
                  <c:v>0.690868899226</c:v>
                </c:pt>
                <c:pt idx="22">
                  <c:v>0.984509836882</c:v>
                </c:pt>
                <c:pt idx="23">
                  <c:v>0.73087429814</c:v>
                </c:pt>
                <c:pt idx="24">
                  <c:v>0.157953478396</c:v>
                </c:pt>
                <c:pt idx="25">
                  <c:v>0.0417526178062</c:v>
                </c:pt>
                <c:pt idx="26">
                  <c:v>0.27220980078</c:v>
                </c:pt>
                <c:pt idx="27">
                  <c:v>0</c:v>
                </c:pt>
              </c:numCache>
            </c:numRef>
          </c:yVal>
        </c:ser>
        <c:ser>
          <c:idx val="1"/>
          <c:order val="1"/>
          <c:tx>
            <c:v>2 · Ante Budimir</c:v>
          </c:tx>
          <c:spPr>
            <a:solidFill>
              <a:srgbClr val="C46A32"/>
            </a:solidFill>
            <a:ln w="0">
              <a:noFill/>
            </a:ln>
          </c:spPr>
          <c:marker>
            <c:symbol val="square"/>
            <c:size val="8"/>
            <c:spPr>
              <a:solidFill>
                <a:srgbClr val="C46A32"/>
              </a:solidFill>
              <a:ln w="0">
                <a:noFill/>
              </a:ln>
            </c:spPr>
          </c:marker>
          <c:xVal>
            <c:numRef>
              <c:f>'Chart Data'!$C$2:$C$38</c:f>
              <c:numCache>
                <c:formatCode>General</c:formatCode>
                <c:ptCount val="37"/>
                <c:pt idx="0">
                  <c:v>1.916</c:v>
                </c:pt>
                <c:pt idx="1">
                  <c:v>1.944</c:v>
                </c:pt>
                <c:pt idx="2">
                  <c:v>1.972</c:v>
                </c:pt>
                <c:pt idx="3">
                  <c:v>2</c:v>
                </c:pt>
                <c:pt idx="4">
                  <c:v>2.028</c:v>
                </c:pt>
                <c:pt idx="5">
                  <c:v>2.056</c:v>
                </c:pt>
                <c:pt idx="6">
                  <c:v>2.084</c:v>
                </c:pt>
                <c:pt idx="7">
                  <c:v>1.916</c:v>
                </c:pt>
                <c:pt idx="8">
                  <c:v>1.944</c:v>
                </c:pt>
                <c:pt idx="9">
                  <c:v>1.972</c:v>
                </c:pt>
                <c:pt idx="10">
                  <c:v>2</c:v>
                </c:pt>
                <c:pt idx="11">
                  <c:v>2.028</c:v>
                </c:pt>
                <c:pt idx="12">
                  <c:v>2.056</c:v>
                </c:pt>
                <c:pt idx="13">
                  <c:v>2.084</c:v>
                </c:pt>
                <c:pt idx="14">
                  <c:v>1.916</c:v>
                </c:pt>
                <c:pt idx="15">
                  <c:v>1.944</c:v>
                </c:pt>
                <c:pt idx="16">
                  <c:v>1.972</c:v>
                </c:pt>
                <c:pt idx="17">
                  <c:v>2</c:v>
                </c:pt>
                <c:pt idx="18">
                  <c:v>2.028</c:v>
                </c:pt>
                <c:pt idx="19">
                  <c:v>2.056</c:v>
                </c:pt>
                <c:pt idx="20">
                  <c:v>2.084</c:v>
                </c:pt>
                <c:pt idx="21">
                  <c:v>1.916</c:v>
                </c:pt>
                <c:pt idx="22">
                  <c:v>1.944</c:v>
                </c:pt>
                <c:pt idx="23">
                  <c:v>1.972</c:v>
                </c:pt>
                <c:pt idx="24">
                  <c:v>2</c:v>
                </c:pt>
                <c:pt idx="25">
                  <c:v>2.028</c:v>
                </c:pt>
                <c:pt idx="26">
                  <c:v>2.056</c:v>
                </c:pt>
                <c:pt idx="27">
                  <c:v>2.084</c:v>
                </c:pt>
                <c:pt idx="28">
                  <c:v>1.916</c:v>
                </c:pt>
                <c:pt idx="29">
                  <c:v>1.944</c:v>
                </c:pt>
                <c:pt idx="30">
                  <c:v>1.972</c:v>
                </c:pt>
                <c:pt idx="31">
                  <c:v>2</c:v>
                </c:pt>
                <c:pt idx="32">
                  <c:v>2.028</c:v>
                </c:pt>
                <c:pt idx="33">
                  <c:v>2.056</c:v>
                </c:pt>
                <c:pt idx="34">
                  <c:v>2.084</c:v>
                </c:pt>
                <c:pt idx="35">
                  <c:v>1.916</c:v>
                </c:pt>
                <c:pt idx="36">
                  <c:v>1.944</c:v>
                </c:pt>
              </c:numCache>
            </c:numRef>
          </c:xVal>
          <c:yVal>
            <c:numRef>
              <c:f>'Chart Data'!$D$2:$D$38</c:f>
              <c:numCache>
                <c:formatCode>0.0</c:formatCode>
                <c:ptCount val="37"/>
                <c:pt idx="0">
                  <c:v>0.201043970883</c:v>
                </c:pt>
                <c:pt idx="1">
                  <c:v>0.245094384998</c:v>
                </c:pt>
                <c:pt idx="2">
                  <c:v>0.211019720882</c:v>
                </c:pt>
                <c:pt idx="3">
                  <c:v>0</c:v>
                </c:pt>
                <c:pt idx="4">
                  <c:v>0.0441045053303</c:v>
                </c:pt>
                <c:pt idx="5">
                  <c:v>0</c:v>
                </c:pt>
                <c:pt idx="6">
                  <c:v>0.188505111262</c:v>
                </c:pt>
                <c:pt idx="7">
                  <c:v>0.135403318331</c:v>
                </c:pt>
                <c:pt idx="8">
                  <c:v>0.616760116071</c:v>
                </c:pt>
                <c:pt idx="9">
                  <c:v>0.202717283741</c:v>
                </c:pt>
                <c:pt idx="10">
                  <c:v>0.291357949376</c:v>
                </c:pt>
                <c:pt idx="11">
                  <c:v>0</c:v>
                </c:pt>
                <c:pt idx="12">
                  <c:v>0</c:v>
                </c:pt>
                <c:pt idx="13">
                  <c:v>0.569134891033</c:v>
                </c:pt>
                <c:pt idx="14">
                  <c:v>0.126519296318</c:v>
                </c:pt>
                <c:pt idx="15">
                  <c:v>0.90680410713</c:v>
                </c:pt>
                <c:pt idx="16">
                  <c:v>0.282901108265</c:v>
                </c:pt>
                <c:pt idx="17">
                  <c:v>0.383208300918</c:v>
                </c:pt>
                <c:pt idx="18">
                  <c:v>0.974988289177</c:v>
                </c:pt>
                <c:pt idx="19">
                  <c:v>0.670498503372</c:v>
                </c:pt>
                <c:pt idx="20">
                  <c:v>0.663130606525</c:v>
                </c:pt>
                <c:pt idx="21">
                  <c:v>0.188174393028</c:v>
                </c:pt>
                <c:pt idx="22">
                  <c:v>0.0605373010039</c:v>
                </c:pt>
                <c:pt idx="23">
                  <c:v>0.579466667026</c:v>
                </c:pt>
                <c:pt idx="24">
                  <c:v>0.0714590549469</c:v>
                </c:pt>
                <c:pt idx="25">
                  <c:v>0.954403840005</c:v>
                </c:pt>
                <c:pt idx="26">
                  <c:v>0.0192114580423</c:v>
                </c:pt>
                <c:pt idx="27">
                  <c:v>0.298212170601</c:v>
                </c:pt>
                <c:pt idx="28">
                  <c:v>0.0259660407901</c:v>
                </c:pt>
                <c:pt idx="29">
                  <c:v>0.353046331555</c:v>
                </c:pt>
                <c:pt idx="30">
                  <c:v>0.330353081226</c:v>
                </c:pt>
                <c:pt idx="31">
                  <c:v>0.958097308874</c:v>
                </c:pt>
                <c:pt idx="32">
                  <c:v>0.434313831851</c:v>
                </c:pt>
                <c:pt idx="33">
                  <c:v>0.381853282452</c:v>
                </c:pt>
                <c:pt idx="34">
                  <c:v>1.3319296483</c:v>
                </c:pt>
                <c:pt idx="35">
                  <c:v>0.530464239419</c:v>
                </c:pt>
                <c:pt idx="36">
                  <c:v>0.0148639958352</c:v>
                </c:pt>
              </c:numCache>
            </c:numRef>
          </c:yVal>
        </c:ser>
        <c:ser>
          <c:idx val="2"/>
          <c:order val="2"/>
          <c:tx>
            <c:v>3 · Rasmus Højlund</c:v>
          </c:tx>
          <c:spPr>
            <a:solidFill>
              <a:srgbClr val="778346"/>
            </a:solidFill>
            <a:ln w="0">
              <a:noFill/>
            </a:ln>
          </c:spPr>
          <c:marker>
            <c:symbol val="triangle"/>
            <c:size val="8"/>
            <c:spPr>
              <a:solidFill>
                <a:srgbClr val="778346"/>
              </a:solidFill>
              <a:ln w="0">
                <a:noFill/>
              </a:ln>
            </c:spPr>
          </c:marker>
          <c:xVal>
            <c:numRef>
              <c:f>'Chart Data'!$E$2:$E$34</c:f>
              <c:numCache>
                <c:formatCode>General</c:formatCode>
                <c:ptCount val="33"/>
                <c:pt idx="0">
                  <c:v>2.916</c:v>
                </c:pt>
                <c:pt idx="1">
                  <c:v>2.944</c:v>
                </c:pt>
                <c:pt idx="2">
                  <c:v>2.972</c:v>
                </c:pt>
                <c:pt idx="3">
                  <c:v>3</c:v>
                </c:pt>
                <c:pt idx="4">
                  <c:v>3.028</c:v>
                </c:pt>
                <c:pt idx="5">
                  <c:v>3.056</c:v>
                </c:pt>
                <c:pt idx="6">
                  <c:v>3.084</c:v>
                </c:pt>
                <c:pt idx="7">
                  <c:v>2.916</c:v>
                </c:pt>
                <c:pt idx="8">
                  <c:v>2.944</c:v>
                </c:pt>
                <c:pt idx="9">
                  <c:v>2.972</c:v>
                </c:pt>
                <c:pt idx="10">
                  <c:v>3</c:v>
                </c:pt>
                <c:pt idx="11">
                  <c:v>3.028</c:v>
                </c:pt>
                <c:pt idx="12">
                  <c:v>3.056</c:v>
                </c:pt>
                <c:pt idx="13">
                  <c:v>3.084</c:v>
                </c:pt>
                <c:pt idx="14">
                  <c:v>2.916</c:v>
                </c:pt>
                <c:pt idx="15">
                  <c:v>2.944</c:v>
                </c:pt>
                <c:pt idx="16">
                  <c:v>2.972</c:v>
                </c:pt>
                <c:pt idx="17">
                  <c:v>3</c:v>
                </c:pt>
                <c:pt idx="18">
                  <c:v>3.028</c:v>
                </c:pt>
                <c:pt idx="19">
                  <c:v>3.056</c:v>
                </c:pt>
                <c:pt idx="20">
                  <c:v>3.084</c:v>
                </c:pt>
                <c:pt idx="21">
                  <c:v>2.916</c:v>
                </c:pt>
                <c:pt idx="22">
                  <c:v>2.944</c:v>
                </c:pt>
                <c:pt idx="23">
                  <c:v>2.972</c:v>
                </c:pt>
                <c:pt idx="24">
                  <c:v>3</c:v>
                </c:pt>
                <c:pt idx="25">
                  <c:v>3.028</c:v>
                </c:pt>
                <c:pt idx="26">
                  <c:v>3.056</c:v>
                </c:pt>
                <c:pt idx="27">
                  <c:v>3.084</c:v>
                </c:pt>
                <c:pt idx="28">
                  <c:v>2.916</c:v>
                </c:pt>
                <c:pt idx="29">
                  <c:v>2.944</c:v>
                </c:pt>
                <c:pt idx="30">
                  <c:v>2.972</c:v>
                </c:pt>
                <c:pt idx="31">
                  <c:v>3</c:v>
                </c:pt>
                <c:pt idx="32">
                  <c:v>3.028</c:v>
                </c:pt>
              </c:numCache>
            </c:numRef>
          </c:xVal>
          <c:yVal>
            <c:numRef>
              <c:f>'Chart Data'!$F$2:$F$34</c:f>
              <c:numCache>
                <c:formatCode>0.0</c:formatCode>
                <c:ptCount val="33"/>
                <c:pt idx="0">
                  <c:v>0.969709604979</c:v>
                </c:pt>
                <c:pt idx="1">
                  <c:v>0.0890137851238</c:v>
                </c:pt>
                <c:pt idx="2">
                  <c:v>0</c:v>
                </c:pt>
                <c:pt idx="3">
                  <c:v>0.452449947596</c:v>
                </c:pt>
                <c:pt idx="4">
                  <c:v>0</c:v>
                </c:pt>
                <c:pt idx="5">
                  <c:v>0.349268019199</c:v>
                </c:pt>
                <c:pt idx="6">
                  <c:v>0.0442033298314</c:v>
                </c:pt>
                <c:pt idx="7">
                  <c:v>0</c:v>
                </c:pt>
                <c:pt idx="8">
                  <c:v>0.0122029539198</c:v>
                </c:pt>
                <c:pt idx="9">
                  <c:v>1.41731085628</c:v>
                </c:pt>
                <c:pt idx="10">
                  <c:v>0.702872142196</c:v>
                </c:pt>
                <c:pt idx="11">
                  <c:v>1.88237851858</c:v>
                </c:pt>
                <c:pt idx="12">
                  <c:v>0.0551818460226</c:v>
                </c:pt>
                <c:pt idx="13">
                  <c:v>0.615450635552</c:v>
                </c:pt>
                <c:pt idx="14">
                  <c:v>0.159344034269</c:v>
                </c:pt>
                <c:pt idx="15">
                  <c:v>0.138787172735</c:v>
                </c:pt>
                <c:pt idx="16">
                  <c:v>0.108461648226</c:v>
                </c:pt>
                <c:pt idx="17">
                  <c:v>0.109630361199</c:v>
                </c:pt>
                <c:pt idx="18">
                  <c:v>1.24297067523</c:v>
                </c:pt>
                <c:pt idx="19">
                  <c:v>0.524877343327</c:v>
                </c:pt>
                <c:pt idx="20">
                  <c:v>0.122386436909</c:v>
                </c:pt>
                <c:pt idx="21">
                  <c:v>0.0930625572801</c:v>
                </c:pt>
                <c:pt idx="22">
                  <c:v>0.359758494422</c:v>
                </c:pt>
                <c:pt idx="23">
                  <c:v>0.677709035575</c:v>
                </c:pt>
                <c:pt idx="24">
                  <c:v>0.631483327597</c:v>
                </c:pt>
                <c:pt idx="25">
                  <c:v>0.0286807473749</c:v>
                </c:pt>
                <c:pt idx="26">
                  <c:v>0.14591190964</c:v>
                </c:pt>
                <c:pt idx="27">
                  <c:v>0.189631816</c:v>
                </c:pt>
                <c:pt idx="28">
                  <c:v>0.232601985335</c:v>
                </c:pt>
                <c:pt idx="29">
                  <c:v>0.0206497069448</c:v>
                </c:pt>
                <c:pt idx="30">
                  <c:v>0</c:v>
                </c:pt>
                <c:pt idx="31">
                  <c:v>0.688113216311</c:v>
                </c:pt>
                <c:pt idx="32">
                  <c:v>0.486944377422</c:v>
                </c:pt>
              </c:numCache>
            </c:numRef>
          </c:yVal>
        </c:ser>
        <c:ser>
          <c:idx val="3"/>
          <c:order val="3"/>
          <c:tx>
            <c:v>4 · Mateo Pellegrino</c:v>
          </c:tx>
          <c:spPr>
            <a:solidFill>
              <a:srgbClr val="B7638B"/>
            </a:solidFill>
            <a:ln w="0">
              <a:noFill/>
            </a:ln>
          </c:spPr>
          <c:marker>
            <c:symbol val="diamond"/>
            <c:size val="8"/>
            <c:spPr>
              <a:solidFill>
                <a:srgbClr val="B7638B"/>
              </a:solidFill>
              <a:ln w="0">
                <a:noFill/>
              </a:ln>
            </c:spPr>
          </c:marker>
          <c:xVal>
            <c:numRef>
              <c:f>'Chart Data'!$G$2:$G$38</c:f>
              <c:numCache>
                <c:formatCode>General</c:formatCode>
                <c:ptCount val="37"/>
                <c:pt idx="0">
                  <c:v>3.916</c:v>
                </c:pt>
                <c:pt idx="1">
                  <c:v>3.944</c:v>
                </c:pt>
                <c:pt idx="2">
                  <c:v>3.972</c:v>
                </c:pt>
                <c:pt idx="3">
                  <c:v>4</c:v>
                </c:pt>
                <c:pt idx="4">
                  <c:v>4.028</c:v>
                </c:pt>
                <c:pt idx="5">
                  <c:v>4.056</c:v>
                </c:pt>
                <c:pt idx="6">
                  <c:v>4.084</c:v>
                </c:pt>
                <c:pt idx="7">
                  <c:v>3.916</c:v>
                </c:pt>
                <c:pt idx="8">
                  <c:v>3.944</c:v>
                </c:pt>
                <c:pt idx="9">
                  <c:v>3.972</c:v>
                </c:pt>
                <c:pt idx="10">
                  <c:v>4</c:v>
                </c:pt>
                <c:pt idx="11">
                  <c:v>4.028</c:v>
                </c:pt>
                <c:pt idx="12">
                  <c:v>4.056</c:v>
                </c:pt>
                <c:pt idx="13">
                  <c:v>4.084</c:v>
                </c:pt>
                <c:pt idx="14">
                  <c:v>3.916</c:v>
                </c:pt>
                <c:pt idx="15">
                  <c:v>3.944</c:v>
                </c:pt>
                <c:pt idx="16">
                  <c:v>3.972</c:v>
                </c:pt>
                <c:pt idx="17">
                  <c:v>4</c:v>
                </c:pt>
                <c:pt idx="18">
                  <c:v>4.028</c:v>
                </c:pt>
                <c:pt idx="19">
                  <c:v>4.056</c:v>
                </c:pt>
                <c:pt idx="20">
                  <c:v>4.084</c:v>
                </c:pt>
                <c:pt idx="21">
                  <c:v>3.916</c:v>
                </c:pt>
                <c:pt idx="22">
                  <c:v>3.944</c:v>
                </c:pt>
                <c:pt idx="23">
                  <c:v>3.972</c:v>
                </c:pt>
                <c:pt idx="24">
                  <c:v>4</c:v>
                </c:pt>
                <c:pt idx="25">
                  <c:v>4.028</c:v>
                </c:pt>
                <c:pt idx="26">
                  <c:v>4.056</c:v>
                </c:pt>
                <c:pt idx="27">
                  <c:v>4.084</c:v>
                </c:pt>
                <c:pt idx="28">
                  <c:v>3.916</c:v>
                </c:pt>
                <c:pt idx="29">
                  <c:v>3.944</c:v>
                </c:pt>
                <c:pt idx="30">
                  <c:v>3.972</c:v>
                </c:pt>
                <c:pt idx="31">
                  <c:v>4</c:v>
                </c:pt>
                <c:pt idx="32">
                  <c:v>4.028</c:v>
                </c:pt>
                <c:pt idx="33">
                  <c:v>4.056</c:v>
                </c:pt>
                <c:pt idx="34">
                  <c:v>4.084</c:v>
                </c:pt>
                <c:pt idx="35">
                  <c:v>3.916</c:v>
                </c:pt>
                <c:pt idx="36">
                  <c:v>3.944</c:v>
                </c:pt>
              </c:numCache>
            </c:numRef>
          </c:xVal>
          <c:yVal>
            <c:numRef>
              <c:f>'Chart Data'!$H$2:$H$38</c:f>
              <c:numCache>
                <c:formatCode>0.0</c:formatCode>
                <c:ptCount val="37"/>
                <c:pt idx="0">
                  <c:v>0.671181470156</c:v>
                </c:pt>
                <c:pt idx="1">
                  <c:v>0.0188805740327</c:v>
                </c:pt>
                <c:pt idx="2">
                  <c:v>0.0482816612348</c:v>
                </c:pt>
                <c:pt idx="3">
                  <c:v>0.122867517173</c:v>
                </c:pt>
                <c:pt idx="4">
                  <c:v>0.36543314904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0.011654666625</c:v>
                </c:pt>
                <c:pt idx="9">
                  <c:v>0</c:v>
                </c:pt>
                <c:pt idx="10">
                  <c:v>0.0646010320634</c:v>
                </c:pt>
                <c:pt idx="11">
                  <c:v>0.607198061422</c:v>
                </c:pt>
                <c:pt idx="12">
                  <c:v>0.0600694455206</c:v>
                </c:pt>
                <c:pt idx="13">
                  <c:v>0.345814295113</c:v>
                </c:pt>
                <c:pt idx="14">
                  <c:v>0.302521511912</c:v>
                </c:pt>
                <c:pt idx="15">
                  <c:v>0.385412335396</c:v>
                </c:pt>
                <c:pt idx="16">
                  <c:v>0.620005868375</c:v>
                </c:pt>
                <c:pt idx="17">
                  <c:v>0</c:v>
                </c:pt>
                <c:pt idx="18">
                  <c:v>0.654242999852</c:v>
                </c:pt>
                <c:pt idx="19">
                  <c:v>0</c:v>
                </c:pt>
                <c:pt idx="20">
                  <c:v>0.0744545739144</c:v>
                </c:pt>
                <c:pt idx="21">
                  <c:v>1.06841307878</c:v>
                </c:pt>
                <c:pt idx="22">
                  <c:v>0.320899195969</c:v>
                </c:pt>
                <c:pt idx="23">
                  <c:v>0.0522273033857</c:v>
                </c:pt>
                <c:pt idx="24">
                  <c:v>1.42099913582</c:v>
                </c:pt>
                <c:pt idx="25">
                  <c:v>0.126992294565</c:v>
                </c:pt>
                <c:pt idx="26">
                  <c:v>0.51919361949</c:v>
                </c:pt>
                <c:pt idx="27">
                  <c:v>0</c:v>
                </c:pt>
                <c:pt idx="28">
                  <c:v>0.408980324864</c:v>
                </c:pt>
                <c:pt idx="29">
                  <c:v>0.0317956320941</c:v>
                </c:pt>
                <c:pt idx="30">
                  <c:v>0</c:v>
                </c:pt>
                <c:pt idx="31">
                  <c:v>0.150524351746</c:v>
                </c:pt>
                <c:pt idx="32">
                  <c:v>0.0634607393295</c:v>
                </c:pt>
                <c:pt idx="33">
                  <c:v>0.0696167945862</c:v>
                </c:pt>
                <c:pt idx="34">
                  <c:v>0.0318261422217</c:v>
                </c:pt>
                <c:pt idx="35">
                  <c:v>0</c:v>
                </c:pt>
                <c:pt idx="36">
                  <c:v>0.530962040648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2"/>
          <c:min val="0"/>
        </c:scaling>
        <c:delete val="0"/>
        <c:axPos val="l"/>
        <c:majorGridlines>
          <c:spPr>
            <a:ln w="5715">
              <a:solidFill>
                <a:srgbClr val="E8ECE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NP xG per appearance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Player group (1–4, left to right)</a:t>
                </a:r>
              </a:p>
            </c:rich>
          </c:tx>
          <c:overlay val="0"/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72E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C580A-8C92-4194-A75C-B6405C61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BEYOND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1087F-857E-4536-ABC9-66E6D66D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Comparing striker shot profiles across Europe’s Big Five leagues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2143125"/>
          <a:ext xmlns:a="http://schemas.openxmlformats.org/drawingml/2006/main" cx="139827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f658d1d627466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07943-5549-4EB1-8A55-FBCDD058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2025/26 — 181 central-forward candidates</a:t>
            </a:r>
          </a:p>
        </p:txBody>
      </p:sp>
    </p:spTree>
    <p:extLst>
      <p:ext uri="{BB962C8B-B14F-4D97-AF65-F5344CB8AC3E}">
        <p14:creationId xmlns:p14="http://schemas.microsoft.com/office/powerpoint/2010/main" val="949895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619E1-50D4-4AC4-80F2-D91F036A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The players and the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84A1D-D315-438C-BAB5-02D9E669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A saved season snapshot. One row = player × league × season.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8650" y="2286000"/>
          <a:ext xmlns:a="http://schemas.openxmlformats.org/drawingml/2006/main" cx="8096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5002bfd42b4b4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AF2EC-B413-4B2D-AC7C-888D255C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181 PLAYERS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FF7C9-7B7E-4039-8D1F-D12B5CD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900+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08B67-CA17-41EE-8956-C188E13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48577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VOLUME</a:t>
            </a:r>
          </a:p>
          <a:p xmlns:a="http://schemas.openxmlformats.org/drawingml/2006/main">
            <a:pPr>
              <a:defRPr sz="195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Non-penalty shots ÷ minutes ×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QUALITY</a:t>
            </a:r>
          </a:p>
          <a:p xmlns:a="http://schemas.openxmlformats.org/drawingml/2006/main">
            <a:pPr>
              <a:defRPr sz="195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Non-penalty xG ÷ shots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CONVERSION</a:t>
            </a:r>
          </a:p>
          <a:p xmlns:a="http://schemas.openxmlformats.org/drawingml/2006/main">
            <a:pPr>
              <a:defRPr sz="195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Non-penalty goals ÷ 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37120-E2E9-444E-8F38-C9F05DA1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Goals combine opportunity and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FBA7A-DDAF-46C2-AE0B-3B0EF51E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Candidate rules use recorded positions. Team and league context remain unadjusted.</a:t>
            </a:r>
          </a:p>
        </p:txBody>
      </p:sp>
    </p:spTree>
    <p:extLst>
      <p:ext uri="{BB962C8B-B14F-4D97-AF65-F5344CB8AC3E}">
        <p14:creationId xmlns:p14="http://schemas.microsoft.com/office/powerpoint/2010/main" val="1184099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958E5-CC54-40AA-90F8-56F1A45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Shot volume vs chance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591B4-9DD3-407A-9A18-722E6C91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Each point represents one player’s league-season profile.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28650" y="2143125"/>
          <a:ext xmlns:a="http://schemas.openxmlformats.org/drawingml/2006/main" cx="139827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2b006ad45f42b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2343-B7C4-4005-A359-AABF248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More shots and higher xG per shot describe different dimensions.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41A02-AA7D-4436-9E9B-88502F81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Cohort medians: 2.46 NP shots/90 and 0.158 NP xG/shot.</a:t>
            </a:r>
          </a:p>
        </p:txBody>
      </p:sp>
    </p:spTree>
    <p:extLst>
      <p:ext uri="{BB962C8B-B14F-4D97-AF65-F5344CB8AC3E}">
        <p14:creationId xmlns:p14="http://schemas.microsoft.com/office/powerpoint/2010/main" val="1822827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B922D-DC50-4AC0-BA74-E173040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One shot-production standout from each league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DCA94-0C54-4BC1-BF48-9AAD62A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Highest non-penalty xG per 90 within each league. 900+ minutes and 50+ NP shots.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9048750" cy="4810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baa93e9bec428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FC2C6-F00B-44A1-AC94-74DB1DAE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43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Premier League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8F445-BEA1-4807-A906-48FE73C6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28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Erling Haaland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6C831-A463-4934-809C-6116A72D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09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3.66 shots/90   0.213 xG/shot   0.778 xG/90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94EEA-7FAC-4C8C-A1DC-C3FC4998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337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96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9600"/>
                </a:solidFill>
                <a:latin typeface="Arial"/>
                <a:ea typeface="Arial"/>
                <a:cs typeface="Arial"/>
              </a:rPr>
              <a:t>La Liga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482F4-F763-4BEC-A1F3-A87AFCDD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194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96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9600"/>
                </a:solidFill>
                <a:latin typeface="Arial"/>
                <a:ea typeface="Arial"/>
                <a:cs typeface="Arial"/>
              </a:rPr>
              <a:t>Robert Lewandowski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58512-07DD-41F5-A2E7-6390CBC7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004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3.31 shots/90   0.231 xG/shot   0.764 xG/90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58102-DD60-407A-A273-97300C0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243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13E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3EB8"/>
                </a:solidFill>
                <a:latin typeface="Arial"/>
                <a:ea typeface="Arial"/>
                <a:cs typeface="Arial"/>
              </a:rPr>
              <a:t>Bundesliga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075A1-6CD1-4DBB-97D9-AC03E34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13EB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13EB8"/>
                </a:solidFill>
                <a:latin typeface="Arial"/>
                <a:ea typeface="Arial"/>
                <a:cs typeface="Arial"/>
              </a:rPr>
              <a:t>Harry Kane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23E4C-ADAE-405C-8833-C2D5F817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910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4.08 shots/90   0.197 xG/shot   0.802 xG/90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32700-A8E1-433B-A1DE-A3256DC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149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83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78346"/>
                </a:solidFill>
                <a:latin typeface="Arial"/>
                <a:ea typeface="Arial"/>
                <a:cs typeface="Arial"/>
              </a:rPr>
              <a:t>Serie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50AD5-714A-4313-947E-124956F6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006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783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78346"/>
                </a:solidFill>
                <a:latin typeface="Arial"/>
                <a:ea typeface="Arial"/>
                <a:cs typeface="Arial"/>
              </a:rPr>
              <a:t>Nikola Krstovic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3AF11-11A1-4604-AFBD-C53005B3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5.00 shots/90   0.158 xG/shot   0.792 xG/90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8F26B-C149-40B3-9A15-FA6783B9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055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63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638B"/>
                </a:solidFill>
                <a:latin typeface="Arial"/>
                <a:ea typeface="Arial"/>
                <a:cs typeface="Arial"/>
              </a:rPr>
              <a:t>Ligue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907B6-DA22-4BBC-8CB6-BAB96DFC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912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7638B"/>
                </a:solidFill>
                <a:latin typeface="Arial"/>
                <a:ea typeface="Arial"/>
                <a:cs typeface="Arial"/>
              </a:rPr>
              <a:t>Pierre-Emerick Aubameyang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9186B-2929-4D49-9D45-E4E6B619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772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2.60 shots/90   0.259 xG/shot   0.674 xG/90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07230-2FE5-4FF8-92A8-3C469703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NP xG/90 combines shot frequency and average chance quality.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332CE-6C15-4D63-B463-9D883E0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League representatives use within-league maxima. They do not all pass the pooled upper-quartile rule.</a:t>
            </a:r>
          </a:p>
        </p:txBody>
      </p:sp>
    </p:spTree>
    <p:extLst>
      <p:ext uri="{BB962C8B-B14F-4D97-AF65-F5344CB8AC3E}">
        <p14:creationId xmlns:p14="http://schemas.microsoft.com/office/powerpoint/2010/main" val="1415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8BA8A-F6F8-48D9-8F95-3B88E5E8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Why these four case studies?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4959C-2E08-4FDB-8CD2-80A21FE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One central example from each shot-profile quadrant, with at least 50 non-penalty shots.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2286000"/>
          <a:ext xmlns:a="http://schemas.openxmlformats.org/drawingml/2006/main" cx="8858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f332816b3247f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8F905-A313-4FB7-893F-4DFDD2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Hugo Ekitike</a:t>
            </a:r>
          </a:p>
          <a:p xmlns:a="http://schemas.openxmlformats.org/drawingml/2006/main">
            <a:pPr>
              <a:defRPr sz="1875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High volume · High xG/shot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636C3-1E7E-4F1F-96BE-42BA5FFD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Ante Budimir</a:t>
            </a:r>
          </a:p>
          <a:p xmlns:a="http://schemas.openxmlformats.org/drawingml/2006/main">
            <a:pPr>
              <a:defRPr sz="18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High volume · Low xG/shot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E143D-E835-42B3-A5C1-9BB8981F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Rasmus Højlund</a:t>
            </a:r>
          </a:p>
          <a:p xmlns:a="http://schemas.openxmlformats.org/drawingml/2006/main">
            <a:pPr>
              <a:defRPr sz="18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Low volume · High xG/shot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37CC0-6F4F-4FAB-9078-F92FDB9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Mateo Pellegrino</a:t>
            </a:r>
          </a:p>
          <a:p xmlns:a="http://schemas.openxmlformats.org/drawingml/2006/main">
            <a:pPr>
              <a:defRPr sz="18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Low volume · Low xG/shot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464A9-014A-43DA-8B23-DF406F17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Why these four? To compare shot locations, body-part mix and match variation across contrasting profiles.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370E2-B0E9-417C-B7F6-1D09A6F1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762875"/>
            <a:ext cx="1398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Split the cohort at both medians, then choose the player nearest each quadrant’s median after scaling the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590AA-A1DB-4934-9A2E-C52DEC9C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43875"/>
            <a:ext cx="1398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These are illustrative cases. High and low are relative to the cohort, not overall ability grades.</a:t>
            </a:r>
          </a:p>
        </p:txBody>
      </p:sp>
    </p:spTree>
    <p:extLst>
      <p:ext uri="{BB962C8B-B14F-4D97-AF65-F5344CB8AC3E}">
        <p14:creationId xmlns:p14="http://schemas.microsoft.com/office/powerpoint/2010/main" val="2101880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15310-477C-414A-97FB-38384722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Expected vs actual conversion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DE785-220B-4AD6-A296-AA2B1CF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Penalties excluded. Both axes use goals per shot on the same scale.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28650" y="2143125"/>
          <a:ext xmlns:a="http://schemas.openxmlformats.org/drawingml/2006/main" cx="139827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d8b880bc0b487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EF273-6934-45DF-9DBD-317FFD0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Above the line: more goals than shot xG predicted.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2EC47-7213-43B4-86D8-69DF9F93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One season and small shot samples cannot establish persistent finishing skill.</a:t>
            </a:r>
          </a:p>
        </p:txBody>
      </p:sp>
    </p:spTree>
    <p:extLst>
      <p:ext uri="{BB962C8B-B14F-4D97-AF65-F5344CB8AC3E}">
        <p14:creationId xmlns:p14="http://schemas.microsoft.com/office/powerpoint/2010/main" val="684498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C33BB-179A-4FD6-93FE-803C7FC2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Striker profiles across leagues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CF6E3-BCCE-496D-8160-82B0A038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Player medians within the selected 900+ minute cohort.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CEDD2-8BC5-4FBB-BCCF-7E01105E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674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Shot volume: median non-penalty shots / 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F5C0F-D1C6-4C77-8ADD-9891829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674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Chance quality: median non-penalty xG / shot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2857500"/>
          <a:ext xmlns:a="http://schemas.openxmlformats.org/drawingml/2006/main" cx="67437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139967724549e0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867650" y="2857500"/>
          <a:ext xmlns:a="http://schemas.openxmlformats.org/drawingml/2006/main" cx="67437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cea12e5107474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760D0-7D4E-4321-9C74-37D24D9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The Premier League cohort has the highest median xG per shot.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1E566-E964-4ECE-B6C9-31944740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Selected-candidate distributions do not measure league strength.</a:t>
            </a:r>
          </a:p>
        </p:txBody>
      </p:sp>
    </p:spTree>
    <p:extLst>
      <p:ext uri="{BB962C8B-B14F-4D97-AF65-F5344CB8AC3E}">
        <p14:creationId xmlns:p14="http://schemas.microsoft.com/office/powerpoint/2010/main" val="698271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603C5-60B8-4CB9-892F-E24E35F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Each league’s leading scorer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5C3C6-F3E5-415C-834D-D3F45F2C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Maximum total goals in the complete saved Understat player table.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" y="2143125"/>
          <a:ext xmlns:a="http://schemas.openxmlformats.org/drawingml/2006/main" cx="139827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410f4d26914fb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31006-E4F3-42B3-BAD0-659AD364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52CF-E4E5-433E-B64C-981FD20D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095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4419E-B545-467D-AB0E-4F083316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914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7C287-AEB1-429A-807D-C3E57498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34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75FD9-916E-48EE-A758-C1EB713F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Kane leads with 36 goals, including 10 penalties.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CBF10-9F96-472C-B2BA-6FCCC9C9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Understat snapshot totals. The bars separate non-penalty and penalty goals.</a:t>
            </a:r>
          </a:p>
        </p:txBody>
      </p:sp>
    </p:spTree>
    <p:extLst>
      <p:ext uri="{BB962C8B-B14F-4D97-AF65-F5344CB8AC3E}">
        <p14:creationId xmlns:p14="http://schemas.microsoft.com/office/powerpoint/2010/main" val="12033778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7FB48-9661-4360-9F6A-416F4F8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Different routes to the scoring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F1AF8-E484-4E87-B040-D56C9482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The five leading scorers occupy different shot-volume and chance-quality positions.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94297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dfe7b9d22d41c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91EA8-1576-422B-BA6B-29B190E9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19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Among these five: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FE38B-A598-4DFB-9572-908741FF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400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Mbappé</a:t>
            </a:r>
          </a:p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Highest shot volume</a:t>
            </a:r>
          </a:p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4.70 NP shots/90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Haaland</a:t>
            </a:r>
          </a:p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Highest chance quality</a:t>
            </a:r>
          </a:p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0.213 NP xG/shot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76944-47A8-48BF-9692-4874C25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The scoring title can accompany different shot profiles.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1E592-2318-4A4C-AC5F-6FAFB60D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Rates describe this season. League and team environments are unadjusted.</a:t>
            </a:r>
          </a:p>
        </p:txBody>
      </p:sp>
    </p:spTree>
    <p:extLst>
      <p:ext uri="{BB962C8B-B14F-4D97-AF65-F5344CB8AC3E}">
        <p14:creationId xmlns:p14="http://schemas.microsoft.com/office/powerpoint/2010/main" val="274661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8B24B-D791-4C03-A2D7-2C53DA5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Where the representative strikers shoot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7EB9F-7622-4498-9C3C-D9F0C15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The four quadrant cases: non-penalty attempts in the attacking half. Source coordinates, not metres.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2E22D-D874-4B55-82A6-6CF989C5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74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Hugo Ekitike — 65 NP shots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1724025" y="2600325"/>
          <a:ext xmlns:a="http://schemas.openxmlformats.org/drawingml/2006/main" cx="4286250" cy="1933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c734733d14453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FA971-84A1-4A71-A531-009628AE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43125"/>
            <a:ext cx="674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Ante Budimir — 95 NP shots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963025" y="2600325"/>
          <a:ext xmlns:a="http://schemas.openxmlformats.org/drawingml/2006/main" cx="4286250" cy="1933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5fcba8006a468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54E0F-389C-43DD-B980-C5A4037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674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Rasmus Højlund — 59 NP shots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1724025" y="5076825"/>
          <a:ext xmlns:a="http://schemas.openxmlformats.org/drawingml/2006/main" cx="4286250" cy="1933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6ec4e8f0c0490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2D245-E43A-41DE-ADE2-43BE055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19625"/>
            <a:ext cx="674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Mateo Pellegrino — 72 NP shots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963025" y="5076825"/>
          <a:ext xmlns:a="http://schemas.openxmlformats.org/drawingml/2006/main" cx="4286250" cy="1933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fa10042ac54d8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4420E-D4C6-4035-A84E-9F398F50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Blue points: other attempts. Orange points: goals.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E03AE-4AFD-4E68-903D-5AC4DAC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The source locations show where shots occurred, not how players moved beforehand.</a:t>
            </a:r>
          </a:p>
        </p:txBody>
      </p:sp>
    </p:spTree>
    <p:extLst>
      <p:ext uri="{BB962C8B-B14F-4D97-AF65-F5344CB8AC3E}">
        <p14:creationId xmlns:p14="http://schemas.microsoft.com/office/powerpoint/2010/main" val="3643116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B0820-1F82-4A24-9116-C48612DA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How they shoot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293CC-E8BC-4DEA-82E3-EB65EA41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Share of non-penalty attempts by body part, for the four representative cases.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28650" y="2143125"/>
          <a:ext xmlns:a="http://schemas.openxmlformats.org/drawingml/2006/main" cx="139827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6dd42325914d3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E527D-0F4A-4F80-8C4E-205AFF1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Pellegrino’s headers account for 41.7% of his NP shots.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31620-6D64-43C4-8922-84947451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Shot composition describes recorded attempts. It does not establish tactical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968687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F10E5-3F30-4171-B6F5-BB1AE25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Match-to-match variation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C6D89-BA61-41CF-B738-3BE608CE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The four quadrant cases: non-penalty xG per appearance, including zero-shot games.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2143125"/>
          <a:ext xmlns:a="http://schemas.openxmlformats.org/drawingml/2006/main" cx="1038225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744a53bd3642c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803D5-D874-4F3B-8804-FDB2F9EB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81250"/>
            <a:ext cx="3181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Zero-shot rate in appearances of 60+ minutes: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50C5B-7046-429E-A017-2131AC4C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19500"/>
            <a:ext cx="31813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Hugo Ekitike: 15.0%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Ante Budimir: 5.7%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Rasmus Højlund: 9.4%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Mateo Pellegrino: 24.2%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21148-002E-4CBC-B0E5-88F59C9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A season average can hide large differences between matches.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32832-7D27-40F4-A476-F2AB88FF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Minutes, opposition and game state vary. These distributions do not isolate player skill.</a:t>
            </a:r>
          </a:p>
        </p:txBody>
      </p:sp>
    </p:spTree>
    <p:extLst>
      <p:ext uri="{BB962C8B-B14F-4D97-AF65-F5344CB8AC3E}">
        <p14:creationId xmlns:p14="http://schemas.microsoft.com/office/powerpoint/2010/main" val="7859163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9AAC5-D5BC-4185-8892-6EAC83EC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Findings and further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47AE7-BFBB-4A2C-8F8A-8C355297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398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Different profiles can lead to high scoring totals.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AAA10-2FBE-4B14-8B53-26DC12B2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100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4.70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09F7C-FE17-4E22-BBA6-0E8D5FB8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NP shots / 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B26CA-BE02-47CF-A0FD-2D96D542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Mbappé, highest among the five leading scorers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1BBCF-08C3-4E2A-B76F-5A142F6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7622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100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0.213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29CA4-28FE-4DDD-A7B8-B322C5EF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476750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NP xG / 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0CC0C-26F3-46A6-8355-4B0CF79F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5721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Haaland, highest among the five leading scorers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219CB-72D7-47C0-B3EA-C49FEFFB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622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100" b="1">
                <a:solidFill>
                  <a:srgbClr val="2864A0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2864A0"/>
                </a:solidFill>
                <a:latin typeface="Arial"/>
                <a:ea typeface="Arial"/>
                <a:cs typeface="Arial"/>
              </a:rPr>
              <a:t>+5.31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2F2E0-B103-4C14-8953-BFCA7447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76750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Goals above non-penalty xG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4F815-E08A-49DC-96CD-C0B9CECB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721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2"/>
                </a:solidFill>
                <a:latin typeface="Arial"/>
                <a:ea typeface="Arial"/>
                <a:cs typeface="Arial"/>
              </a:rPr>
              <a:t>Lepaul, observed in this saved season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A36AC-796D-40AA-BABF-F4B606E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1398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42"/>
                </a:solidFill>
                <a:latin typeface="Arial"/>
                <a:ea typeface="Arial"/>
                <a:cs typeface="Arial"/>
              </a:rPr>
              <a:t>Next: review movement, team context and repeated-season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3CA09-6DB3-49D1-A734-82920D7D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248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17B"/>
                </a:solidFill>
                <a:latin typeface="Arial"/>
                <a:ea typeface="Arial"/>
                <a:cs typeface="Arial"/>
              </a:rPr>
              <a:t>Descriptive comparison. No defensive evaluation or overall recruitment ranking.</a:t>
            </a:r>
          </a:p>
        </p:txBody>
      </p:sp>
    </p:spTree>
    <p:extLst>
      <p:ext uri="{BB962C8B-B14F-4D97-AF65-F5344CB8AC3E}">
        <p14:creationId xmlns:p14="http://schemas.microsoft.com/office/powerpoint/2010/main" val="1329295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2026-10-04T16:29:12.3440000Z</dcterms:created>
  <dcterms:modified xsi:type="dcterms:W3CDTF">2026-10-04T16:29:12.3440000Z</dcterms:modified>
</coreProperties>
</file>